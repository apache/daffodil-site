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8" r:id="rId5"/>
    <p:sldId id="725" r:id="rId6"/>
    <p:sldId id="404" r:id="rId7"/>
    <p:sldId id="405" r:id="rId8"/>
  </p:sldIdLst>
  <p:sldSz cx="12192000" cy="6858000"/>
  <p:notesSz cx="6858000" cy="9144000"/>
  <p:embeddedFontLst>
    <p:embeddedFont>
      <p:font typeface="Noto Sans" panose="020B0502040504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8A4AB-4D69-4513-91BE-6EF1D61D4D9F}" v="1" dt="2025-12-22T21:29:20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custSel modSld">
      <pc:chgData name="Beckerle, Mike" userId="41155a9a-513c-4288-9ceb-5c90f574ab21" providerId="ADAL" clId="{93EA92E5-423E-4026-A29C-DC3240D7B59D}" dt="2025-12-22T21:30:48.522" v="107" actId="1076"/>
      <pc:docMkLst>
        <pc:docMk/>
      </pc:docMkLst>
      <pc:sldChg chg="addSp modSp mod modShow">
        <pc:chgData name="Beckerle, Mike" userId="41155a9a-513c-4288-9ceb-5c90f574ab21" providerId="ADAL" clId="{93EA92E5-423E-4026-A29C-DC3240D7B59D}" dt="2025-12-22T21:30:48.522" v="107" actId="1076"/>
        <pc:sldMkLst>
          <pc:docMk/>
          <pc:sldMk cId="3940312236" sldId="405"/>
        </pc:sldMkLst>
        <pc:spChg chg="mod">
          <ac:chgData name="Beckerle, Mike" userId="41155a9a-513c-4288-9ceb-5c90f574ab21" providerId="ADAL" clId="{93EA92E5-423E-4026-A29C-DC3240D7B59D}" dt="2025-12-22T21:30:40.899" v="106" actId="20577"/>
          <ac:spMkLst>
            <pc:docMk/>
            <pc:sldMk cId="3940312236" sldId="405"/>
            <ac:spMk id="6" creationId="{6DB6A024-54D9-4063-BC58-0C99CD2EFC1D}"/>
          </ac:spMkLst>
        </pc:spChg>
        <pc:spChg chg="add mod">
          <ac:chgData name="Beckerle, Mike" userId="41155a9a-513c-4288-9ceb-5c90f574ab21" providerId="ADAL" clId="{93EA92E5-423E-4026-A29C-DC3240D7B59D}" dt="2025-12-22T21:30:48.522" v="107" actId="1076"/>
          <ac:spMkLst>
            <pc:docMk/>
            <pc:sldMk cId="3940312236" sldId="405"/>
            <ac:spMk id="10" creationId="{5F6BDD5D-08F8-3594-3BA8-A8B8C27CDF1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9F7477-DA41-41CE-8C1A-33B7693B068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4ABAE6-822C-4163-9BD9-79550DD9097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9FC1479-FF58-40F7-BAD9-1BC056862E65}" type="parTrans" cxnId="{60B75BBC-B5F4-4E56-9EF1-52DCF5D0E9E8}">
      <dgm:prSet/>
      <dgm:spPr/>
      <dgm:t>
        <a:bodyPr/>
        <a:lstStyle/>
        <a:p>
          <a:endParaRPr lang="en-US"/>
        </a:p>
      </dgm:t>
    </dgm:pt>
    <dgm:pt modelId="{CDB88A68-4AE4-4302-8AB7-6E79BF325A56}" type="sibTrans" cxnId="{60B75BBC-B5F4-4E56-9EF1-52DCF5D0E9E8}">
      <dgm:prSet/>
      <dgm:spPr/>
      <dgm:t>
        <a:bodyPr/>
        <a:lstStyle/>
        <a:p>
          <a:endParaRPr lang="en-US"/>
        </a:p>
      </dgm:t>
    </dgm:pt>
    <dgm:pt modelId="{156B11A5-1E6D-4612-8A3C-B472B7DD48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8ECA2F32-BBC9-4249-AEE6-9CEE210B56BE}" type="parTrans" cxnId="{7EBA7CCD-AF10-476E-AC00-97C6786D0BF8}">
      <dgm:prSet/>
      <dgm:spPr/>
      <dgm:t>
        <a:bodyPr/>
        <a:lstStyle/>
        <a:p>
          <a:endParaRPr lang="en-US"/>
        </a:p>
      </dgm:t>
    </dgm:pt>
    <dgm:pt modelId="{6C2063C6-64B0-4A42-83FE-B5C1531D82F7}" type="sibTrans" cxnId="{7EBA7CCD-AF10-476E-AC00-97C6786D0BF8}">
      <dgm:prSet/>
      <dgm:spPr/>
      <dgm:t>
        <a:bodyPr/>
        <a:lstStyle/>
        <a:p>
          <a:endParaRPr lang="en-US"/>
        </a:p>
      </dgm:t>
    </dgm:pt>
    <dgm:pt modelId="{B3F2B541-A122-4792-A9EB-7022287C6CB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4148B5C-63CB-40FC-83AB-F74FC9127789}" type="parTrans" cxnId="{C45885FE-31CC-4943-83E1-B47425CAEB5D}">
      <dgm:prSet/>
      <dgm:spPr/>
      <dgm:t>
        <a:bodyPr/>
        <a:lstStyle/>
        <a:p>
          <a:endParaRPr lang="en-US"/>
        </a:p>
      </dgm:t>
    </dgm:pt>
    <dgm:pt modelId="{1C30E508-B452-4A89-AE9A-DB1036E0EDF2}" type="sibTrans" cxnId="{C45885FE-31CC-4943-83E1-B47425CAEB5D}">
      <dgm:prSet/>
      <dgm:spPr/>
      <dgm:t>
        <a:bodyPr/>
        <a:lstStyle/>
        <a:p>
          <a:endParaRPr lang="en-US"/>
        </a:p>
      </dgm:t>
    </dgm:pt>
    <dgm:pt modelId="{6C53A73A-6BAF-47B2-B0EC-AD03D4941C3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88B76F-C0C8-4CCD-9E6F-05D14B946459}" type="parTrans" cxnId="{28A5D94F-08B6-4C7B-AB64-1FA52BD4E259}">
      <dgm:prSet/>
      <dgm:spPr/>
      <dgm:t>
        <a:bodyPr/>
        <a:lstStyle/>
        <a:p>
          <a:endParaRPr lang="en-US"/>
        </a:p>
      </dgm:t>
    </dgm:pt>
    <dgm:pt modelId="{E784C211-789C-42D5-9B79-5D6AA9AAD62A}" type="sibTrans" cxnId="{28A5D94F-08B6-4C7B-AB64-1FA52BD4E259}">
      <dgm:prSet/>
      <dgm:spPr/>
      <dgm:t>
        <a:bodyPr/>
        <a:lstStyle/>
        <a:p>
          <a:endParaRPr lang="en-US"/>
        </a:p>
      </dgm:t>
    </dgm:pt>
    <dgm:pt modelId="{DBEE04AF-BF36-40D3-A811-DDAF5F0D2F84}">
      <dgm:prSet phldrT="[Text]"/>
      <dgm:spPr/>
      <dgm:t>
        <a:bodyPr/>
        <a:lstStyle/>
        <a:p>
          <a:r>
            <a:rPr lang="en-US" dirty="0"/>
            <a:t>  </a:t>
          </a:r>
        </a:p>
      </dgm:t>
    </dgm:pt>
    <dgm:pt modelId="{FF3DA35D-3C5A-470C-8243-2A14681E9955}" type="sibTrans" cxnId="{AEA45428-537A-44C4-8D3E-EBF3B5479C53}">
      <dgm:prSet/>
      <dgm:spPr/>
      <dgm:t>
        <a:bodyPr/>
        <a:lstStyle/>
        <a:p>
          <a:endParaRPr lang="en-US"/>
        </a:p>
      </dgm:t>
    </dgm:pt>
    <dgm:pt modelId="{C0C20385-0DE2-47A7-B6DB-7FA16E419670}" type="parTrans" cxnId="{AEA45428-537A-44C4-8D3E-EBF3B5479C53}">
      <dgm:prSet/>
      <dgm:spPr/>
      <dgm:t>
        <a:bodyPr/>
        <a:lstStyle/>
        <a:p>
          <a:endParaRPr lang="en-US"/>
        </a:p>
      </dgm:t>
    </dgm:pt>
    <dgm:pt modelId="{9211748D-BB0D-4F55-9E0E-8084E2B0E605}" type="pres">
      <dgm:prSet presAssocID="{A79F7477-DA41-41CE-8C1A-33B7693B06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93AB17-198C-4DA6-9A6B-5552DD999792}" type="pres">
      <dgm:prSet presAssocID="{A14ABAE6-822C-4163-9BD9-79550DD90978}" presName="hierRoot1" presStyleCnt="0"/>
      <dgm:spPr/>
    </dgm:pt>
    <dgm:pt modelId="{258BC7E8-1668-4C35-B27B-ADD975D47AE2}" type="pres">
      <dgm:prSet presAssocID="{A14ABAE6-822C-4163-9BD9-79550DD90978}" presName="composite" presStyleCnt="0"/>
      <dgm:spPr/>
    </dgm:pt>
    <dgm:pt modelId="{26332FE7-2761-48E1-94EF-B89709A8018D}" type="pres">
      <dgm:prSet presAssocID="{A14ABAE6-822C-4163-9BD9-79550DD90978}" presName="image" presStyleLbl="node0" presStyleIdx="0" presStyleCnt="1"/>
      <dgm:spPr/>
    </dgm:pt>
    <dgm:pt modelId="{8E344CDC-B6F4-4990-8338-AEA4DDB954AB}" type="pres">
      <dgm:prSet presAssocID="{A14ABAE6-822C-4163-9BD9-79550DD90978}" presName="text" presStyleLbl="revTx" presStyleIdx="0" presStyleCnt="5">
        <dgm:presLayoutVars>
          <dgm:chPref val="3"/>
        </dgm:presLayoutVars>
      </dgm:prSet>
      <dgm:spPr/>
    </dgm:pt>
    <dgm:pt modelId="{25AAA11F-B61B-45AF-B65C-C53AD50CAC6B}" type="pres">
      <dgm:prSet presAssocID="{A14ABAE6-822C-4163-9BD9-79550DD90978}" presName="hierChild2" presStyleCnt="0"/>
      <dgm:spPr/>
    </dgm:pt>
    <dgm:pt modelId="{55D97087-8D8B-43B8-93F6-D35D7A06B408}" type="pres">
      <dgm:prSet presAssocID="{8ECA2F32-BBC9-4249-AEE6-9CEE210B56BE}" presName="Name10" presStyleLbl="parChTrans1D2" presStyleIdx="0" presStyleCnt="2"/>
      <dgm:spPr/>
    </dgm:pt>
    <dgm:pt modelId="{2F6EAF11-8FDA-473C-A3F3-ACB10C0FD435}" type="pres">
      <dgm:prSet presAssocID="{156B11A5-1E6D-4612-8A3C-B472B7DD4802}" presName="hierRoot2" presStyleCnt="0"/>
      <dgm:spPr/>
    </dgm:pt>
    <dgm:pt modelId="{DA4F2013-1FFA-4022-8225-56DF35E250C0}" type="pres">
      <dgm:prSet presAssocID="{156B11A5-1E6D-4612-8A3C-B472B7DD4802}" presName="composite2" presStyleCnt="0"/>
      <dgm:spPr/>
    </dgm:pt>
    <dgm:pt modelId="{E3EDB2F5-B75B-443A-AF56-1F5FA859EB8B}" type="pres">
      <dgm:prSet presAssocID="{156B11A5-1E6D-4612-8A3C-B472B7DD4802}" presName="image2" presStyleLbl="node2" presStyleIdx="0" presStyleCnt="2"/>
      <dgm:spPr/>
    </dgm:pt>
    <dgm:pt modelId="{15B52AB3-86CA-47EC-A354-0FD84B0A8F94}" type="pres">
      <dgm:prSet presAssocID="{156B11A5-1E6D-4612-8A3C-B472B7DD4802}" presName="text2" presStyleLbl="revTx" presStyleIdx="1" presStyleCnt="5">
        <dgm:presLayoutVars>
          <dgm:chPref val="3"/>
        </dgm:presLayoutVars>
      </dgm:prSet>
      <dgm:spPr/>
    </dgm:pt>
    <dgm:pt modelId="{95EF46F8-9D69-4091-B466-E1AFC192D07E}" type="pres">
      <dgm:prSet presAssocID="{156B11A5-1E6D-4612-8A3C-B472B7DD4802}" presName="hierChild3" presStyleCnt="0"/>
      <dgm:spPr/>
    </dgm:pt>
    <dgm:pt modelId="{83B6B49C-4B41-4E28-9CC8-79FE457F9BD2}" type="pres">
      <dgm:prSet presAssocID="{C4148B5C-63CB-40FC-83AB-F74FC9127789}" presName="Name17" presStyleLbl="parChTrans1D3" presStyleIdx="0" presStyleCnt="2"/>
      <dgm:spPr/>
    </dgm:pt>
    <dgm:pt modelId="{80103224-BA0F-4D62-84A4-8003D4A8CA8A}" type="pres">
      <dgm:prSet presAssocID="{B3F2B541-A122-4792-A9EB-7022287C6CB9}" presName="hierRoot3" presStyleCnt="0"/>
      <dgm:spPr/>
    </dgm:pt>
    <dgm:pt modelId="{469DE19E-8265-424F-9F9A-6B0C69C1986E}" type="pres">
      <dgm:prSet presAssocID="{B3F2B541-A122-4792-A9EB-7022287C6CB9}" presName="composite3" presStyleCnt="0"/>
      <dgm:spPr/>
    </dgm:pt>
    <dgm:pt modelId="{5392DEF1-363B-46CF-AB93-3AFB957DB841}" type="pres">
      <dgm:prSet presAssocID="{B3F2B541-A122-4792-A9EB-7022287C6CB9}" presName="image3" presStyleLbl="node3" presStyleIdx="0" presStyleCnt="2"/>
      <dgm:spPr/>
    </dgm:pt>
    <dgm:pt modelId="{FA241AD5-7549-48C8-A47F-77130C52BB9A}" type="pres">
      <dgm:prSet presAssocID="{B3F2B541-A122-4792-A9EB-7022287C6CB9}" presName="text3" presStyleLbl="revTx" presStyleIdx="2" presStyleCnt="5">
        <dgm:presLayoutVars>
          <dgm:chPref val="3"/>
        </dgm:presLayoutVars>
      </dgm:prSet>
      <dgm:spPr/>
    </dgm:pt>
    <dgm:pt modelId="{47DE55C5-C7FE-4F6F-9FAE-C300ED278B9A}" type="pres">
      <dgm:prSet presAssocID="{B3F2B541-A122-4792-A9EB-7022287C6CB9}" presName="hierChild4" presStyleCnt="0"/>
      <dgm:spPr/>
    </dgm:pt>
    <dgm:pt modelId="{EE368F14-F7B4-4CA4-BBF6-564FA3F353AA}" type="pres">
      <dgm:prSet presAssocID="{C0C20385-0DE2-47A7-B6DB-7FA16E419670}" presName="Name17" presStyleLbl="parChTrans1D3" presStyleIdx="1" presStyleCnt="2"/>
      <dgm:spPr/>
    </dgm:pt>
    <dgm:pt modelId="{013EF2F4-9DC4-4A04-8D52-757C1326B62D}" type="pres">
      <dgm:prSet presAssocID="{DBEE04AF-BF36-40D3-A811-DDAF5F0D2F84}" presName="hierRoot3" presStyleCnt="0"/>
      <dgm:spPr/>
    </dgm:pt>
    <dgm:pt modelId="{B3C9035B-3444-431A-8BAB-C0A2007030FD}" type="pres">
      <dgm:prSet presAssocID="{DBEE04AF-BF36-40D3-A811-DDAF5F0D2F84}" presName="composite3" presStyleCnt="0"/>
      <dgm:spPr/>
    </dgm:pt>
    <dgm:pt modelId="{374182BC-0612-4E5D-AAD8-01EC27A0EE7B}" type="pres">
      <dgm:prSet presAssocID="{DBEE04AF-BF36-40D3-A811-DDAF5F0D2F84}" presName="image3" presStyleLbl="node3" presStyleIdx="1" presStyleCnt="2"/>
      <dgm:spPr/>
    </dgm:pt>
    <dgm:pt modelId="{AAD7DBA7-165F-4A6C-AD52-06DEEE706F32}" type="pres">
      <dgm:prSet presAssocID="{DBEE04AF-BF36-40D3-A811-DDAF5F0D2F84}" presName="text3" presStyleLbl="revTx" presStyleIdx="3" presStyleCnt="5">
        <dgm:presLayoutVars>
          <dgm:chPref val="3"/>
        </dgm:presLayoutVars>
      </dgm:prSet>
      <dgm:spPr/>
    </dgm:pt>
    <dgm:pt modelId="{C4CDEAC1-D12E-4554-8BC3-7547B819CA7B}" type="pres">
      <dgm:prSet presAssocID="{DBEE04AF-BF36-40D3-A811-DDAF5F0D2F84}" presName="hierChild4" presStyleCnt="0"/>
      <dgm:spPr/>
    </dgm:pt>
    <dgm:pt modelId="{67A7ABEB-3D22-4822-9991-D2669BF54356}" type="pres">
      <dgm:prSet presAssocID="{AB88B76F-C0C8-4CCD-9E6F-05D14B946459}" presName="Name10" presStyleLbl="parChTrans1D2" presStyleIdx="1" presStyleCnt="2"/>
      <dgm:spPr/>
    </dgm:pt>
    <dgm:pt modelId="{1DB3E0C8-A428-4328-8379-C415A238B13B}" type="pres">
      <dgm:prSet presAssocID="{6C53A73A-6BAF-47B2-B0EC-AD03D4941C3A}" presName="hierRoot2" presStyleCnt="0"/>
      <dgm:spPr/>
    </dgm:pt>
    <dgm:pt modelId="{DBF26F4C-AED0-4D11-B83B-C984F690FA18}" type="pres">
      <dgm:prSet presAssocID="{6C53A73A-6BAF-47B2-B0EC-AD03D4941C3A}" presName="composite2" presStyleCnt="0"/>
      <dgm:spPr/>
    </dgm:pt>
    <dgm:pt modelId="{8D54B085-F23B-4696-9FA0-573908873E29}" type="pres">
      <dgm:prSet presAssocID="{6C53A73A-6BAF-47B2-B0EC-AD03D4941C3A}" presName="image2" presStyleLbl="node2" presStyleIdx="1" presStyleCnt="2"/>
      <dgm:spPr/>
    </dgm:pt>
    <dgm:pt modelId="{2AFAE866-AC85-48B6-8A86-30AE1479BD51}" type="pres">
      <dgm:prSet presAssocID="{6C53A73A-6BAF-47B2-B0EC-AD03D4941C3A}" presName="text2" presStyleLbl="revTx" presStyleIdx="4" presStyleCnt="5">
        <dgm:presLayoutVars>
          <dgm:chPref val="3"/>
        </dgm:presLayoutVars>
      </dgm:prSet>
      <dgm:spPr/>
    </dgm:pt>
    <dgm:pt modelId="{FBEFC71A-7739-4A0F-8F66-F8B661ADB031}" type="pres">
      <dgm:prSet presAssocID="{6C53A73A-6BAF-47B2-B0EC-AD03D4941C3A}" presName="hierChild3" presStyleCnt="0"/>
      <dgm:spPr/>
    </dgm:pt>
  </dgm:ptLst>
  <dgm:cxnLst>
    <dgm:cxn modelId="{AEA45428-537A-44C4-8D3E-EBF3B5479C53}" srcId="{156B11A5-1E6D-4612-8A3C-B472B7DD4802}" destId="{DBEE04AF-BF36-40D3-A811-DDAF5F0D2F84}" srcOrd="1" destOrd="0" parTransId="{C0C20385-0DE2-47A7-B6DB-7FA16E419670}" sibTransId="{FF3DA35D-3C5A-470C-8243-2A14681E9955}"/>
    <dgm:cxn modelId="{3930D52E-077C-492D-B500-545B391556BF}" type="presOf" srcId="{AB88B76F-C0C8-4CCD-9E6F-05D14B946459}" destId="{67A7ABEB-3D22-4822-9991-D2669BF54356}" srcOrd="0" destOrd="0" presId="urn:microsoft.com/office/officeart/2009/layout/CirclePictureHierarchy"/>
    <dgm:cxn modelId="{E8D47034-4150-4DFB-A8BC-D4A7373BAA81}" type="presOf" srcId="{8ECA2F32-BBC9-4249-AEE6-9CEE210B56BE}" destId="{55D97087-8D8B-43B8-93F6-D35D7A06B408}" srcOrd="0" destOrd="0" presId="urn:microsoft.com/office/officeart/2009/layout/CirclePictureHierarchy"/>
    <dgm:cxn modelId="{28A5D94F-08B6-4C7B-AB64-1FA52BD4E259}" srcId="{A14ABAE6-822C-4163-9BD9-79550DD90978}" destId="{6C53A73A-6BAF-47B2-B0EC-AD03D4941C3A}" srcOrd="1" destOrd="0" parTransId="{AB88B76F-C0C8-4CCD-9E6F-05D14B946459}" sibTransId="{E784C211-789C-42D5-9B79-5D6AA9AAD62A}"/>
    <dgm:cxn modelId="{2B463388-5914-44C6-BCC7-17C2AEEE517E}" type="presOf" srcId="{6C53A73A-6BAF-47B2-B0EC-AD03D4941C3A}" destId="{2AFAE866-AC85-48B6-8A86-30AE1479BD51}" srcOrd="0" destOrd="0" presId="urn:microsoft.com/office/officeart/2009/layout/CirclePictureHierarchy"/>
    <dgm:cxn modelId="{A99CDB88-BFF9-4277-97DC-C69D6CEC3E0E}" type="presOf" srcId="{B3F2B541-A122-4792-A9EB-7022287C6CB9}" destId="{FA241AD5-7549-48C8-A47F-77130C52BB9A}" srcOrd="0" destOrd="0" presId="urn:microsoft.com/office/officeart/2009/layout/CirclePictureHierarchy"/>
    <dgm:cxn modelId="{B675F894-14C8-48F9-9B4C-F3D8ECE9A428}" type="presOf" srcId="{156B11A5-1E6D-4612-8A3C-B472B7DD4802}" destId="{15B52AB3-86CA-47EC-A354-0FD84B0A8F94}" srcOrd="0" destOrd="0" presId="urn:microsoft.com/office/officeart/2009/layout/CirclePictureHierarchy"/>
    <dgm:cxn modelId="{97E7209B-34C4-418D-985F-D2D596ED1EF6}" type="presOf" srcId="{C4148B5C-63CB-40FC-83AB-F74FC9127789}" destId="{83B6B49C-4B41-4E28-9CC8-79FE457F9BD2}" srcOrd="0" destOrd="0" presId="urn:microsoft.com/office/officeart/2009/layout/CirclePictureHierarchy"/>
    <dgm:cxn modelId="{D4EAA7A8-9A65-49D4-A371-F9D18766E94F}" type="presOf" srcId="{C0C20385-0DE2-47A7-B6DB-7FA16E419670}" destId="{EE368F14-F7B4-4CA4-BBF6-564FA3F353AA}" srcOrd="0" destOrd="0" presId="urn:microsoft.com/office/officeart/2009/layout/CirclePictureHierarchy"/>
    <dgm:cxn modelId="{8130C4AB-4C1D-4F1D-BC4A-881F24770BC7}" type="presOf" srcId="{A79F7477-DA41-41CE-8C1A-33B7693B0682}" destId="{9211748D-BB0D-4F55-9E0E-8084E2B0E605}" srcOrd="0" destOrd="0" presId="urn:microsoft.com/office/officeart/2009/layout/CirclePictureHierarchy"/>
    <dgm:cxn modelId="{60B75BBC-B5F4-4E56-9EF1-52DCF5D0E9E8}" srcId="{A79F7477-DA41-41CE-8C1A-33B7693B0682}" destId="{A14ABAE6-822C-4163-9BD9-79550DD90978}" srcOrd="0" destOrd="0" parTransId="{B9FC1479-FF58-40F7-BAD9-1BC056862E65}" sibTransId="{CDB88A68-4AE4-4302-8AB7-6E79BF325A56}"/>
    <dgm:cxn modelId="{7EBA7CCD-AF10-476E-AC00-97C6786D0BF8}" srcId="{A14ABAE6-822C-4163-9BD9-79550DD90978}" destId="{156B11A5-1E6D-4612-8A3C-B472B7DD4802}" srcOrd="0" destOrd="0" parTransId="{8ECA2F32-BBC9-4249-AEE6-9CEE210B56BE}" sibTransId="{6C2063C6-64B0-4A42-83FE-B5C1531D82F7}"/>
    <dgm:cxn modelId="{4CF01FD3-E74D-427D-9275-C5337522FE50}" type="presOf" srcId="{DBEE04AF-BF36-40D3-A811-DDAF5F0D2F84}" destId="{AAD7DBA7-165F-4A6C-AD52-06DEEE706F32}" srcOrd="0" destOrd="0" presId="urn:microsoft.com/office/officeart/2009/layout/CirclePictureHierarchy"/>
    <dgm:cxn modelId="{742881DF-4D16-480A-B18F-D6C83A04DD15}" type="presOf" srcId="{A14ABAE6-822C-4163-9BD9-79550DD90978}" destId="{8E344CDC-B6F4-4990-8338-AEA4DDB954AB}" srcOrd="0" destOrd="0" presId="urn:microsoft.com/office/officeart/2009/layout/CirclePictureHierarchy"/>
    <dgm:cxn modelId="{C45885FE-31CC-4943-83E1-B47425CAEB5D}" srcId="{156B11A5-1E6D-4612-8A3C-B472B7DD4802}" destId="{B3F2B541-A122-4792-A9EB-7022287C6CB9}" srcOrd="0" destOrd="0" parTransId="{C4148B5C-63CB-40FC-83AB-F74FC9127789}" sibTransId="{1C30E508-B452-4A89-AE9A-DB1036E0EDF2}"/>
    <dgm:cxn modelId="{C7878F94-55A7-489A-9B36-6FAA4B42FE21}" type="presParOf" srcId="{9211748D-BB0D-4F55-9E0E-8084E2B0E605}" destId="{8793AB17-198C-4DA6-9A6B-5552DD999792}" srcOrd="0" destOrd="0" presId="urn:microsoft.com/office/officeart/2009/layout/CirclePictureHierarchy"/>
    <dgm:cxn modelId="{327F7D9C-EE24-456F-914D-70B94A49E0E7}" type="presParOf" srcId="{8793AB17-198C-4DA6-9A6B-5552DD999792}" destId="{258BC7E8-1668-4C35-B27B-ADD975D47AE2}" srcOrd="0" destOrd="0" presId="urn:microsoft.com/office/officeart/2009/layout/CirclePictureHierarchy"/>
    <dgm:cxn modelId="{3EE7E8B8-AEFB-447C-B1C2-EA9C408A7FDE}" type="presParOf" srcId="{258BC7E8-1668-4C35-B27B-ADD975D47AE2}" destId="{26332FE7-2761-48E1-94EF-B89709A8018D}" srcOrd="0" destOrd="0" presId="urn:microsoft.com/office/officeart/2009/layout/CirclePictureHierarchy"/>
    <dgm:cxn modelId="{EC51CF42-2468-4DAA-B883-C75F2F094021}" type="presParOf" srcId="{258BC7E8-1668-4C35-B27B-ADD975D47AE2}" destId="{8E344CDC-B6F4-4990-8338-AEA4DDB954AB}" srcOrd="1" destOrd="0" presId="urn:microsoft.com/office/officeart/2009/layout/CirclePictureHierarchy"/>
    <dgm:cxn modelId="{4E21424C-3F0B-41C0-AB78-CE6F2703C045}" type="presParOf" srcId="{8793AB17-198C-4DA6-9A6B-5552DD999792}" destId="{25AAA11F-B61B-45AF-B65C-C53AD50CAC6B}" srcOrd="1" destOrd="0" presId="urn:microsoft.com/office/officeart/2009/layout/CirclePictureHierarchy"/>
    <dgm:cxn modelId="{791AA501-B94F-48AF-AFFB-F661D0A8A4F3}" type="presParOf" srcId="{25AAA11F-B61B-45AF-B65C-C53AD50CAC6B}" destId="{55D97087-8D8B-43B8-93F6-D35D7A06B408}" srcOrd="0" destOrd="0" presId="urn:microsoft.com/office/officeart/2009/layout/CirclePictureHierarchy"/>
    <dgm:cxn modelId="{7512283D-89E1-4F5F-A1F5-8E99C787D86D}" type="presParOf" srcId="{25AAA11F-B61B-45AF-B65C-C53AD50CAC6B}" destId="{2F6EAF11-8FDA-473C-A3F3-ACB10C0FD435}" srcOrd="1" destOrd="0" presId="urn:microsoft.com/office/officeart/2009/layout/CirclePictureHierarchy"/>
    <dgm:cxn modelId="{A084E486-099B-427B-9405-DE55165DCFE3}" type="presParOf" srcId="{2F6EAF11-8FDA-473C-A3F3-ACB10C0FD435}" destId="{DA4F2013-1FFA-4022-8225-56DF35E250C0}" srcOrd="0" destOrd="0" presId="urn:microsoft.com/office/officeart/2009/layout/CirclePictureHierarchy"/>
    <dgm:cxn modelId="{CD682F11-871D-4D0C-9391-801285C32A46}" type="presParOf" srcId="{DA4F2013-1FFA-4022-8225-56DF35E250C0}" destId="{E3EDB2F5-B75B-443A-AF56-1F5FA859EB8B}" srcOrd="0" destOrd="0" presId="urn:microsoft.com/office/officeart/2009/layout/CirclePictureHierarchy"/>
    <dgm:cxn modelId="{268156DB-1275-4CCC-92FE-CB9733098D7F}" type="presParOf" srcId="{DA4F2013-1FFA-4022-8225-56DF35E250C0}" destId="{15B52AB3-86CA-47EC-A354-0FD84B0A8F94}" srcOrd="1" destOrd="0" presId="urn:microsoft.com/office/officeart/2009/layout/CirclePictureHierarchy"/>
    <dgm:cxn modelId="{3F94ACCF-1B5C-44BB-A0AC-939AE406AF77}" type="presParOf" srcId="{2F6EAF11-8FDA-473C-A3F3-ACB10C0FD435}" destId="{95EF46F8-9D69-4091-B466-E1AFC192D07E}" srcOrd="1" destOrd="0" presId="urn:microsoft.com/office/officeart/2009/layout/CirclePictureHierarchy"/>
    <dgm:cxn modelId="{B2BD9913-7945-4822-BEE9-05AB8825252F}" type="presParOf" srcId="{95EF46F8-9D69-4091-B466-E1AFC192D07E}" destId="{83B6B49C-4B41-4E28-9CC8-79FE457F9BD2}" srcOrd="0" destOrd="0" presId="urn:microsoft.com/office/officeart/2009/layout/CirclePictureHierarchy"/>
    <dgm:cxn modelId="{44257249-2804-465F-98F4-8118FACA0509}" type="presParOf" srcId="{95EF46F8-9D69-4091-B466-E1AFC192D07E}" destId="{80103224-BA0F-4D62-84A4-8003D4A8CA8A}" srcOrd="1" destOrd="0" presId="urn:microsoft.com/office/officeart/2009/layout/CirclePictureHierarchy"/>
    <dgm:cxn modelId="{43C68541-B177-4DBD-B5A7-E193B49C3E2D}" type="presParOf" srcId="{80103224-BA0F-4D62-84A4-8003D4A8CA8A}" destId="{469DE19E-8265-424F-9F9A-6B0C69C1986E}" srcOrd="0" destOrd="0" presId="urn:microsoft.com/office/officeart/2009/layout/CirclePictureHierarchy"/>
    <dgm:cxn modelId="{74BDB4A7-8DA9-4FF2-8FC1-0A4E38A330FF}" type="presParOf" srcId="{469DE19E-8265-424F-9F9A-6B0C69C1986E}" destId="{5392DEF1-363B-46CF-AB93-3AFB957DB841}" srcOrd="0" destOrd="0" presId="urn:microsoft.com/office/officeart/2009/layout/CirclePictureHierarchy"/>
    <dgm:cxn modelId="{9E8D70D7-79B1-4929-AECF-502A68A87840}" type="presParOf" srcId="{469DE19E-8265-424F-9F9A-6B0C69C1986E}" destId="{FA241AD5-7549-48C8-A47F-77130C52BB9A}" srcOrd="1" destOrd="0" presId="urn:microsoft.com/office/officeart/2009/layout/CirclePictureHierarchy"/>
    <dgm:cxn modelId="{926FF7DD-7BB2-4143-8E90-A0CAD458B957}" type="presParOf" srcId="{80103224-BA0F-4D62-84A4-8003D4A8CA8A}" destId="{47DE55C5-C7FE-4F6F-9FAE-C300ED278B9A}" srcOrd="1" destOrd="0" presId="urn:microsoft.com/office/officeart/2009/layout/CirclePictureHierarchy"/>
    <dgm:cxn modelId="{6479F363-787B-45E0-9348-E6AE5B4E1AA2}" type="presParOf" srcId="{95EF46F8-9D69-4091-B466-E1AFC192D07E}" destId="{EE368F14-F7B4-4CA4-BBF6-564FA3F353AA}" srcOrd="2" destOrd="0" presId="urn:microsoft.com/office/officeart/2009/layout/CirclePictureHierarchy"/>
    <dgm:cxn modelId="{E0BACCE2-9E33-4B98-9D8D-6EEA310DCCBF}" type="presParOf" srcId="{95EF46F8-9D69-4091-B466-E1AFC192D07E}" destId="{013EF2F4-9DC4-4A04-8D52-757C1326B62D}" srcOrd="3" destOrd="0" presId="urn:microsoft.com/office/officeart/2009/layout/CirclePictureHierarchy"/>
    <dgm:cxn modelId="{7DD75F24-1E1B-4448-97BE-08FC6E51A24C}" type="presParOf" srcId="{013EF2F4-9DC4-4A04-8D52-757C1326B62D}" destId="{B3C9035B-3444-431A-8BAB-C0A2007030FD}" srcOrd="0" destOrd="0" presId="urn:microsoft.com/office/officeart/2009/layout/CirclePictureHierarchy"/>
    <dgm:cxn modelId="{ED3B7A42-F454-4FB9-94BD-9C8217AA6C27}" type="presParOf" srcId="{B3C9035B-3444-431A-8BAB-C0A2007030FD}" destId="{374182BC-0612-4E5D-AAD8-01EC27A0EE7B}" srcOrd="0" destOrd="0" presId="urn:microsoft.com/office/officeart/2009/layout/CirclePictureHierarchy"/>
    <dgm:cxn modelId="{3FD4AEF1-6D12-4555-8FFE-B6008D528892}" type="presParOf" srcId="{B3C9035B-3444-431A-8BAB-C0A2007030FD}" destId="{AAD7DBA7-165F-4A6C-AD52-06DEEE706F32}" srcOrd="1" destOrd="0" presId="urn:microsoft.com/office/officeart/2009/layout/CirclePictureHierarchy"/>
    <dgm:cxn modelId="{311B7614-C755-4808-B385-3A2467347212}" type="presParOf" srcId="{013EF2F4-9DC4-4A04-8D52-757C1326B62D}" destId="{C4CDEAC1-D12E-4554-8BC3-7547B819CA7B}" srcOrd="1" destOrd="0" presId="urn:microsoft.com/office/officeart/2009/layout/CirclePictureHierarchy"/>
    <dgm:cxn modelId="{F87B69C3-DDD4-4E65-880E-0444E70F59CA}" type="presParOf" srcId="{25AAA11F-B61B-45AF-B65C-C53AD50CAC6B}" destId="{67A7ABEB-3D22-4822-9991-D2669BF54356}" srcOrd="2" destOrd="0" presId="urn:microsoft.com/office/officeart/2009/layout/CirclePictureHierarchy"/>
    <dgm:cxn modelId="{56013969-A74F-4168-A45A-0BE44113C0AA}" type="presParOf" srcId="{25AAA11F-B61B-45AF-B65C-C53AD50CAC6B}" destId="{1DB3E0C8-A428-4328-8379-C415A238B13B}" srcOrd="3" destOrd="0" presId="urn:microsoft.com/office/officeart/2009/layout/CirclePictureHierarchy"/>
    <dgm:cxn modelId="{7F834472-7938-49B6-B7B0-A434EBAB1C6B}" type="presParOf" srcId="{1DB3E0C8-A428-4328-8379-C415A238B13B}" destId="{DBF26F4C-AED0-4D11-B83B-C984F690FA18}" srcOrd="0" destOrd="0" presId="urn:microsoft.com/office/officeart/2009/layout/CirclePictureHierarchy"/>
    <dgm:cxn modelId="{3760512D-34E7-4A5F-9296-C5C4A25A6724}" type="presParOf" srcId="{DBF26F4C-AED0-4D11-B83B-C984F690FA18}" destId="{8D54B085-F23B-4696-9FA0-573908873E29}" srcOrd="0" destOrd="0" presId="urn:microsoft.com/office/officeart/2009/layout/CirclePictureHierarchy"/>
    <dgm:cxn modelId="{B010D8B9-17AC-4C45-9BB8-F7FE4536195B}" type="presParOf" srcId="{DBF26F4C-AED0-4D11-B83B-C984F690FA18}" destId="{2AFAE866-AC85-48B6-8A86-30AE1479BD51}" srcOrd="1" destOrd="0" presId="urn:microsoft.com/office/officeart/2009/layout/CirclePictureHierarchy"/>
    <dgm:cxn modelId="{AB2795F7-EECD-45AF-996E-13583BC80B6A}" type="presParOf" srcId="{1DB3E0C8-A428-4328-8379-C415A238B13B}" destId="{FBEFC71A-7739-4A0F-8F66-F8B661ADB03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7ABEB-3D22-4822-9991-D2669BF54356}">
      <dsp:nvSpPr>
        <dsp:cNvPr id="0" name=""/>
        <dsp:cNvSpPr/>
      </dsp:nvSpPr>
      <dsp:spPr>
        <a:xfrm>
          <a:off x="834933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68F14-F7B4-4CA4-BBF6-564FA3F353AA}">
      <dsp:nvSpPr>
        <dsp:cNvPr id="0" name=""/>
        <dsp:cNvSpPr/>
      </dsp:nvSpPr>
      <dsp:spPr>
        <a:xfrm>
          <a:off x="482078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6458"/>
              </a:lnTo>
              <a:lnTo>
                <a:pt x="352854" y="86458"/>
              </a:lnTo>
              <a:lnTo>
                <a:pt x="352854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6B49C-4B41-4E28-9CC8-79FE457F9BD2}">
      <dsp:nvSpPr>
        <dsp:cNvPr id="0" name=""/>
        <dsp:cNvSpPr/>
      </dsp:nvSpPr>
      <dsp:spPr>
        <a:xfrm>
          <a:off x="129224" y="587308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97087-8D8B-43B8-93F6-D35D7A06B408}">
      <dsp:nvSpPr>
        <dsp:cNvPr id="0" name=""/>
        <dsp:cNvSpPr/>
      </dsp:nvSpPr>
      <dsp:spPr>
        <a:xfrm>
          <a:off x="482078" y="249851"/>
          <a:ext cx="352854" cy="91440"/>
        </a:xfrm>
        <a:custGeom>
          <a:avLst/>
          <a:gdLst/>
          <a:ahLst/>
          <a:cxnLst/>
          <a:rect l="0" t="0" r="0" b="0"/>
          <a:pathLst>
            <a:path>
              <a:moveTo>
                <a:pt x="352854" y="45720"/>
              </a:moveTo>
              <a:lnTo>
                <a:pt x="352854" y="86458"/>
              </a:lnTo>
              <a:lnTo>
                <a:pt x="0" y="86458"/>
              </a:lnTo>
              <a:lnTo>
                <a:pt x="0" y="126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32FE7-2761-48E1-94EF-B89709A8018D}">
      <dsp:nvSpPr>
        <dsp:cNvPr id="0" name=""/>
        <dsp:cNvSpPr/>
      </dsp:nvSpPr>
      <dsp:spPr>
        <a:xfrm>
          <a:off x="706622" y="38950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CDC-B6F4-4990-8338-AEA4DDB954AB}">
      <dsp:nvSpPr>
        <dsp:cNvPr id="0" name=""/>
        <dsp:cNvSpPr/>
      </dsp:nvSpPr>
      <dsp:spPr>
        <a:xfrm>
          <a:off x="963243" y="38309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963243" y="38309"/>
        <a:ext cx="384931" cy="256621"/>
      </dsp:txXfrm>
    </dsp:sp>
    <dsp:sp modelId="{E3EDB2F5-B75B-443A-AF56-1F5FA859EB8B}">
      <dsp:nvSpPr>
        <dsp:cNvPr id="0" name=""/>
        <dsp:cNvSpPr/>
      </dsp:nvSpPr>
      <dsp:spPr>
        <a:xfrm>
          <a:off x="353768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52AB3-86CA-47EC-A354-0FD84B0A8F94}">
      <dsp:nvSpPr>
        <dsp:cNvPr id="0" name=""/>
        <dsp:cNvSpPr/>
      </dsp:nvSpPr>
      <dsp:spPr>
        <a:xfrm>
          <a:off x="610389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610389" y="375766"/>
        <a:ext cx="384931" cy="256621"/>
      </dsp:txXfrm>
    </dsp:sp>
    <dsp:sp modelId="{5392DEF1-363B-46CF-AB93-3AFB957DB841}">
      <dsp:nvSpPr>
        <dsp:cNvPr id="0" name=""/>
        <dsp:cNvSpPr/>
      </dsp:nvSpPr>
      <dsp:spPr>
        <a:xfrm>
          <a:off x="914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41AD5-7549-48C8-A47F-77130C52BB9A}">
      <dsp:nvSpPr>
        <dsp:cNvPr id="0" name=""/>
        <dsp:cNvSpPr/>
      </dsp:nvSpPr>
      <dsp:spPr>
        <a:xfrm>
          <a:off x="257535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257535" y="713223"/>
        <a:ext cx="384931" cy="256621"/>
      </dsp:txXfrm>
    </dsp:sp>
    <dsp:sp modelId="{374182BC-0612-4E5D-AAD8-01EC27A0EE7B}">
      <dsp:nvSpPr>
        <dsp:cNvPr id="0" name=""/>
        <dsp:cNvSpPr/>
      </dsp:nvSpPr>
      <dsp:spPr>
        <a:xfrm>
          <a:off x="706622" y="713864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7DBA7-165F-4A6C-AD52-06DEEE706F32}">
      <dsp:nvSpPr>
        <dsp:cNvPr id="0" name=""/>
        <dsp:cNvSpPr/>
      </dsp:nvSpPr>
      <dsp:spPr>
        <a:xfrm>
          <a:off x="963243" y="713223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 </a:t>
          </a:r>
        </a:p>
      </dsp:txBody>
      <dsp:txXfrm>
        <a:off x="963243" y="713223"/>
        <a:ext cx="384931" cy="256621"/>
      </dsp:txXfrm>
    </dsp:sp>
    <dsp:sp modelId="{8D54B085-F23B-4696-9FA0-573908873E29}">
      <dsp:nvSpPr>
        <dsp:cNvPr id="0" name=""/>
        <dsp:cNvSpPr/>
      </dsp:nvSpPr>
      <dsp:spPr>
        <a:xfrm>
          <a:off x="1059476" y="376407"/>
          <a:ext cx="256621" cy="2566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E866-AC85-48B6-8A86-30AE1479BD51}">
      <dsp:nvSpPr>
        <dsp:cNvPr id="0" name=""/>
        <dsp:cNvSpPr/>
      </dsp:nvSpPr>
      <dsp:spPr>
        <a:xfrm>
          <a:off x="1316098" y="375766"/>
          <a:ext cx="384931" cy="25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1316098" y="375766"/>
        <a:ext cx="384931" cy="256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1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pache.org/licenses/LICENSE-2.0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7D26EF-78D7-4A3D-BF83-1BA8CC3A6E97}"/>
              </a:ext>
            </a:extLst>
          </p:cNvPr>
          <p:cNvSpPr/>
          <p:nvPr/>
        </p:nvSpPr>
        <p:spPr>
          <a:xfrm>
            <a:off x="1007197" y="2591589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  <a:latin typeface="Calibri Light"/>
              </a:rPr>
              <a:t>parse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6C93734-2C41-42E3-990F-D5CD27CAA481}"/>
              </a:ext>
            </a:extLst>
          </p:cNvPr>
          <p:cNvSpPr/>
          <p:nvPr/>
        </p:nvSpPr>
        <p:spPr>
          <a:xfrm>
            <a:off x="853394" y="1559743"/>
            <a:ext cx="2608149" cy="2366783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075099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6AC9E8-D1B5-4443-9B8B-45EA596333BF}"/>
              </a:ext>
            </a:extLst>
          </p:cNvPr>
          <p:cNvSpPr/>
          <p:nvPr/>
        </p:nvSpPr>
        <p:spPr>
          <a:xfrm>
            <a:off x="3674517" y="2828600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schemeClr val="tx1"/>
                </a:solidFill>
                <a:latin typeface="Calibri Light"/>
              </a:rPr>
              <a:t>unparse</a:t>
            </a:r>
            <a:endParaRPr lang="en-US" sz="2000" dirty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5148EB8D-70B1-421D-B93C-6474FF61B873}"/>
              </a:ext>
            </a:extLst>
          </p:cNvPr>
          <p:cNvSpPr/>
          <p:nvPr/>
        </p:nvSpPr>
        <p:spPr>
          <a:xfrm>
            <a:off x="361941" y="2063065"/>
            <a:ext cx="147309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 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Initial</a:t>
            </a:r>
          </a:p>
        </p:txBody>
      </p:sp>
      <p:sp>
        <p:nvSpPr>
          <p:cNvPr id="14" name="Flowchart: Card 13">
            <a:extLst>
              <a:ext uri="{FF2B5EF4-FFF2-40B4-BE49-F238E27FC236}">
                <a16:creationId xmlns:a16="http://schemas.microsoft.com/office/drawing/2014/main" id="{2DC6BAF5-C58C-496E-8AC4-2DC505B091D5}"/>
              </a:ext>
            </a:extLst>
          </p:cNvPr>
          <p:cNvSpPr/>
          <p:nvPr/>
        </p:nvSpPr>
        <p:spPr>
          <a:xfrm>
            <a:off x="4687322" y="2021311"/>
            <a:ext cx="136543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canonical 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8EE5731B-2368-4BC8-A151-98DC10B47554}"/>
              </a:ext>
            </a:extLst>
          </p:cNvPr>
          <p:cNvSpPr/>
          <p:nvPr/>
        </p:nvSpPr>
        <p:spPr>
          <a:xfrm rot="5400000" flipV="1">
            <a:off x="2964872" y="1588206"/>
            <a:ext cx="2608149" cy="2346559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2136630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D781DC84-7F98-45A5-B1EA-77DC04FCC37B}"/>
              </a:ext>
            </a:extLst>
          </p:cNvPr>
          <p:cNvGraphicFramePr/>
          <p:nvPr/>
        </p:nvGraphicFramePr>
        <p:xfrm>
          <a:off x="2697223" y="3309800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B5380CF-8DEA-40A6-B53A-9BDB0391C674}"/>
              </a:ext>
            </a:extLst>
          </p:cNvPr>
          <p:cNvSpPr txBox="1"/>
          <p:nvPr/>
        </p:nvSpPr>
        <p:spPr>
          <a:xfrm>
            <a:off x="2271571" y="3233702"/>
            <a:ext cx="82112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latin typeface="Calibri Light"/>
              </a:rPr>
              <a:t>Initial</a:t>
            </a:r>
          </a:p>
          <a:p>
            <a:pPr defTabSz="1219170"/>
            <a:r>
              <a:rPr lang="en-US" dirty="0" err="1">
                <a:latin typeface="Calibri Light"/>
              </a:rPr>
              <a:t>Infoset</a:t>
            </a:r>
            <a:endParaRPr lang="en-US" dirty="0">
              <a:latin typeface="Calibri Light"/>
            </a:endParaRPr>
          </a:p>
        </p:txBody>
      </p:sp>
      <p:sp>
        <p:nvSpPr>
          <p:cNvPr id="40" name="Flowchart: Document 39">
            <a:extLst>
              <a:ext uri="{FF2B5EF4-FFF2-40B4-BE49-F238E27FC236}">
                <a16:creationId xmlns:a16="http://schemas.microsoft.com/office/drawing/2014/main" id="{6D281B4A-870A-4E07-BB2A-80B0CE276DE1}"/>
              </a:ext>
            </a:extLst>
          </p:cNvPr>
          <p:cNvSpPr/>
          <p:nvPr/>
        </p:nvSpPr>
        <p:spPr>
          <a:xfrm>
            <a:off x="2667358" y="5478669"/>
            <a:ext cx="1250871" cy="1002419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expected xml or json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EFE5E672-A1D2-4F44-84B7-F328DA05AE19}"/>
              </a:ext>
            </a:extLst>
          </p:cNvPr>
          <p:cNvSpPr/>
          <p:nvPr/>
        </p:nvSpPr>
        <p:spPr>
          <a:xfrm>
            <a:off x="3006946" y="4437776"/>
            <a:ext cx="571695" cy="939309"/>
          </a:xfrm>
          <a:prstGeom prst="upArrow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47F8E8-0121-4F93-8EBA-820DE42E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TDML Round Trip Parse/Unparse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E2481E3-17AA-4F1A-9D2E-9DD060029B2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743230"/>
          </a:xfrm>
        </p:spPr>
        <p:txBody>
          <a:bodyPr>
            <a:normAutofit/>
          </a:bodyPr>
          <a:lstStyle/>
          <a:p>
            <a:r>
              <a:rPr lang="en-US" dirty="0"/>
              <a:t>By default TDML tests run in </a:t>
            </a:r>
            <a:r>
              <a:rPr lang="en-US" dirty="0" err="1"/>
              <a:t>roundTrip</a:t>
            </a:r>
            <a:r>
              <a:rPr lang="en-US" dirty="0"/>
              <a:t> = "</a:t>
            </a:r>
            <a:r>
              <a:rPr lang="en-US" dirty="0" err="1"/>
              <a:t>onePass</a:t>
            </a:r>
            <a:r>
              <a:rPr lang="en-US" dirty="0"/>
              <a:t>"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3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7D26EF-78D7-4A3D-BF83-1BA8CC3A6E97}"/>
              </a:ext>
            </a:extLst>
          </p:cNvPr>
          <p:cNvSpPr/>
          <p:nvPr/>
        </p:nvSpPr>
        <p:spPr>
          <a:xfrm>
            <a:off x="1007197" y="2591589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  <a:latin typeface="Calibri Light"/>
              </a:rPr>
              <a:t>parse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6C93734-2C41-42E3-990F-D5CD27CAA481}"/>
              </a:ext>
            </a:extLst>
          </p:cNvPr>
          <p:cNvSpPr/>
          <p:nvPr/>
        </p:nvSpPr>
        <p:spPr>
          <a:xfrm>
            <a:off x="853394" y="1559743"/>
            <a:ext cx="2608149" cy="2366783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075099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5148EB8D-70B1-421D-B93C-6474FF61B873}"/>
              </a:ext>
            </a:extLst>
          </p:cNvPr>
          <p:cNvSpPr/>
          <p:nvPr/>
        </p:nvSpPr>
        <p:spPr>
          <a:xfrm>
            <a:off x="361941" y="2063065"/>
            <a:ext cx="147309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 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Initial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D781DC84-7F98-45A5-B1EA-77DC04FCC37B}"/>
              </a:ext>
            </a:extLst>
          </p:cNvPr>
          <p:cNvGraphicFramePr/>
          <p:nvPr/>
        </p:nvGraphicFramePr>
        <p:xfrm>
          <a:off x="2697223" y="3309800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B5380CF-8DEA-40A6-B53A-9BDB0391C674}"/>
              </a:ext>
            </a:extLst>
          </p:cNvPr>
          <p:cNvSpPr txBox="1"/>
          <p:nvPr/>
        </p:nvSpPr>
        <p:spPr>
          <a:xfrm>
            <a:off x="2271571" y="3233702"/>
            <a:ext cx="82112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latin typeface="Calibri Light"/>
              </a:rPr>
              <a:t>Initial</a:t>
            </a:r>
          </a:p>
          <a:p>
            <a:pPr defTabSz="1219170"/>
            <a:r>
              <a:rPr lang="en-US" dirty="0" err="1">
                <a:latin typeface="Calibri Light"/>
              </a:rPr>
              <a:t>Infoset</a:t>
            </a:r>
            <a:endParaRPr lang="en-US" dirty="0">
              <a:latin typeface="Calibri Light"/>
            </a:endParaRPr>
          </a:p>
        </p:txBody>
      </p:sp>
      <p:sp>
        <p:nvSpPr>
          <p:cNvPr id="40" name="Flowchart: Document 39">
            <a:extLst>
              <a:ext uri="{FF2B5EF4-FFF2-40B4-BE49-F238E27FC236}">
                <a16:creationId xmlns:a16="http://schemas.microsoft.com/office/drawing/2014/main" id="{6D281B4A-870A-4E07-BB2A-80B0CE276DE1}"/>
              </a:ext>
            </a:extLst>
          </p:cNvPr>
          <p:cNvSpPr/>
          <p:nvPr/>
        </p:nvSpPr>
        <p:spPr>
          <a:xfrm>
            <a:off x="2667358" y="5478669"/>
            <a:ext cx="1250871" cy="1002419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expected xml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EFE5E672-A1D2-4F44-84B7-F328DA05AE19}"/>
              </a:ext>
            </a:extLst>
          </p:cNvPr>
          <p:cNvSpPr/>
          <p:nvPr/>
        </p:nvSpPr>
        <p:spPr>
          <a:xfrm>
            <a:off x="3006946" y="4437776"/>
            <a:ext cx="571695" cy="939309"/>
          </a:xfrm>
          <a:prstGeom prst="upArrow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47F8E8-0121-4F93-8EBA-820DE42E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TDML Round Trip Parse/Unparse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E2481E3-17AA-4F1A-9D2E-9DD060029B2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743230"/>
          </a:xfrm>
        </p:spPr>
        <p:txBody>
          <a:bodyPr>
            <a:normAutofit/>
          </a:bodyPr>
          <a:lstStyle/>
          <a:p>
            <a:r>
              <a:rPr lang="en-US" dirty="0" err="1"/>
              <a:t>roundTrip</a:t>
            </a:r>
            <a:r>
              <a:rPr lang="en-US" dirty="0"/>
              <a:t>="none"</a:t>
            </a:r>
          </a:p>
          <a:p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58CBAA-4763-5287-F4F6-03D7DAD05307}"/>
              </a:ext>
            </a:extLst>
          </p:cNvPr>
          <p:cNvSpPr/>
          <p:nvPr/>
        </p:nvSpPr>
        <p:spPr>
          <a:xfrm>
            <a:off x="8107598" y="2734752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schemeClr val="tx1"/>
                </a:solidFill>
                <a:latin typeface="Calibri Light"/>
              </a:rPr>
              <a:t>unparse</a:t>
            </a:r>
            <a:endParaRPr lang="en-US" sz="2000" dirty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31" name="Flowchart: Card 30">
            <a:extLst>
              <a:ext uri="{FF2B5EF4-FFF2-40B4-BE49-F238E27FC236}">
                <a16:creationId xmlns:a16="http://schemas.microsoft.com/office/drawing/2014/main" id="{E5FE3FF1-2943-38C3-96E6-DCC5275DE7AD}"/>
              </a:ext>
            </a:extLst>
          </p:cNvPr>
          <p:cNvSpPr/>
          <p:nvPr/>
        </p:nvSpPr>
        <p:spPr>
          <a:xfrm>
            <a:off x="9120403" y="1927463"/>
            <a:ext cx="136543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canonical </a:t>
            </a: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0AA7E74-9AF5-FFDF-7BC8-40504C2883FE}"/>
              </a:ext>
            </a:extLst>
          </p:cNvPr>
          <p:cNvSpPr/>
          <p:nvPr/>
        </p:nvSpPr>
        <p:spPr>
          <a:xfrm rot="5400000" flipV="1">
            <a:off x="7397953" y="1494358"/>
            <a:ext cx="2608149" cy="2346559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2136630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31134B85-127F-02F7-2281-F7283F1B9EF6}"/>
              </a:ext>
            </a:extLst>
          </p:cNvPr>
          <p:cNvGraphicFramePr/>
          <p:nvPr/>
        </p:nvGraphicFramePr>
        <p:xfrm>
          <a:off x="7130304" y="3215952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73A22BF3-F013-BFCD-7944-9D3566724766}"/>
              </a:ext>
            </a:extLst>
          </p:cNvPr>
          <p:cNvSpPr txBox="1"/>
          <p:nvPr/>
        </p:nvSpPr>
        <p:spPr>
          <a:xfrm>
            <a:off x="6704652" y="3139854"/>
            <a:ext cx="82112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latin typeface="Calibri Light"/>
              </a:rPr>
              <a:t>Initial</a:t>
            </a:r>
          </a:p>
          <a:p>
            <a:pPr defTabSz="1219170"/>
            <a:r>
              <a:rPr lang="en-US" dirty="0" err="1">
                <a:latin typeface="Calibri Light"/>
              </a:rPr>
              <a:t>Infoset</a:t>
            </a:r>
            <a:endParaRPr lang="en-US" dirty="0">
              <a:latin typeface="Calibri Ligh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2EB2B-E9D9-F3B0-27B6-5A6766CD39CD}"/>
              </a:ext>
            </a:extLst>
          </p:cNvPr>
          <p:cNvCxnSpPr/>
          <p:nvPr/>
        </p:nvCxnSpPr>
        <p:spPr>
          <a:xfrm>
            <a:off x="5623560" y="2157984"/>
            <a:ext cx="0" cy="412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75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7D26EF-78D7-4A3D-BF83-1BA8CC3A6E97}"/>
              </a:ext>
            </a:extLst>
          </p:cNvPr>
          <p:cNvSpPr/>
          <p:nvPr/>
        </p:nvSpPr>
        <p:spPr>
          <a:xfrm>
            <a:off x="1007197" y="2591589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parse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6C93734-2C41-42E3-990F-D5CD27CAA481}"/>
              </a:ext>
            </a:extLst>
          </p:cNvPr>
          <p:cNvSpPr/>
          <p:nvPr/>
        </p:nvSpPr>
        <p:spPr>
          <a:xfrm>
            <a:off x="853394" y="1559743"/>
            <a:ext cx="2608149" cy="2366783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075099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6AC9E8-D1B5-4443-9B8B-45EA596333BF}"/>
              </a:ext>
            </a:extLst>
          </p:cNvPr>
          <p:cNvSpPr/>
          <p:nvPr/>
        </p:nvSpPr>
        <p:spPr>
          <a:xfrm>
            <a:off x="3674517" y="2828600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unparse</a:t>
            </a:r>
            <a:endParaRPr lang="en-US" sz="2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 Light"/>
            </a:endParaRPr>
          </a:p>
        </p:txBody>
      </p:sp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5148EB8D-70B1-421D-B93C-6474FF61B873}"/>
              </a:ext>
            </a:extLst>
          </p:cNvPr>
          <p:cNvSpPr/>
          <p:nvPr/>
        </p:nvSpPr>
        <p:spPr>
          <a:xfrm>
            <a:off x="361941" y="2063065"/>
            <a:ext cx="147309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 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Initial</a:t>
            </a:r>
          </a:p>
        </p:txBody>
      </p:sp>
      <p:sp>
        <p:nvSpPr>
          <p:cNvPr id="14" name="Flowchart: Card 13">
            <a:extLst>
              <a:ext uri="{FF2B5EF4-FFF2-40B4-BE49-F238E27FC236}">
                <a16:creationId xmlns:a16="http://schemas.microsoft.com/office/drawing/2014/main" id="{2DC6BAF5-C58C-496E-8AC4-2DC505B091D5}"/>
              </a:ext>
            </a:extLst>
          </p:cNvPr>
          <p:cNvSpPr/>
          <p:nvPr/>
        </p:nvSpPr>
        <p:spPr>
          <a:xfrm>
            <a:off x="4687322" y="2021311"/>
            <a:ext cx="136543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canonical 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8EE5731B-2368-4BC8-A151-98DC10B47554}"/>
              </a:ext>
            </a:extLst>
          </p:cNvPr>
          <p:cNvSpPr/>
          <p:nvPr/>
        </p:nvSpPr>
        <p:spPr>
          <a:xfrm rot="5400000" flipV="1">
            <a:off x="2964872" y="1588206"/>
            <a:ext cx="2608149" cy="2346559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2136630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D781DC84-7F98-45A5-B1EA-77DC04FCC37B}"/>
              </a:ext>
            </a:extLst>
          </p:cNvPr>
          <p:cNvGraphicFramePr/>
          <p:nvPr/>
        </p:nvGraphicFramePr>
        <p:xfrm>
          <a:off x="2697223" y="3309800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B5380CF-8DEA-40A6-B53A-9BDB0391C674}"/>
              </a:ext>
            </a:extLst>
          </p:cNvPr>
          <p:cNvSpPr txBox="1"/>
          <p:nvPr/>
        </p:nvSpPr>
        <p:spPr>
          <a:xfrm>
            <a:off x="2271571" y="3233702"/>
            <a:ext cx="82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solidFill>
                  <a:prstClr val="black"/>
                </a:solidFill>
                <a:latin typeface="Calibri Light"/>
              </a:rPr>
              <a:t>Initial</a:t>
            </a:r>
          </a:p>
          <a:p>
            <a:pPr defTabSz="1219170"/>
            <a:r>
              <a:rPr lang="en-US" dirty="0" err="1">
                <a:solidFill>
                  <a:prstClr val="black"/>
                </a:solidFill>
                <a:latin typeface="Calibri Light"/>
              </a:rPr>
              <a:t>Infoset</a:t>
            </a:r>
            <a:endParaRPr lang="en-US" dirty="0">
              <a:solidFill>
                <a:prstClr val="black"/>
              </a:solidFill>
              <a:latin typeface="Calibri Light"/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01C9873B-90BB-4B73-91E0-41E32B99195F}"/>
              </a:ext>
            </a:extLst>
          </p:cNvPr>
          <p:cNvSpPr/>
          <p:nvPr/>
        </p:nvSpPr>
        <p:spPr>
          <a:xfrm>
            <a:off x="5283144" y="1550589"/>
            <a:ext cx="2608149" cy="2366783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075099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214271AC-0E67-4671-8291-D12A5D3A46A0}"/>
              </a:ext>
            </a:extLst>
          </p:cNvPr>
          <p:cNvGraphicFramePr/>
          <p:nvPr/>
        </p:nvGraphicFramePr>
        <p:xfrm>
          <a:off x="7126975" y="3300645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A68B79F-245C-43FF-972D-B501C6752E1B}"/>
              </a:ext>
            </a:extLst>
          </p:cNvPr>
          <p:cNvSpPr txBox="1"/>
          <p:nvPr/>
        </p:nvSpPr>
        <p:spPr>
          <a:xfrm>
            <a:off x="6701322" y="3224547"/>
            <a:ext cx="1084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solidFill>
                  <a:prstClr val="black"/>
                </a:solidFill>
                <a:latin typeface="Calibri Light"/>
              </a:rPr>
              <a:t>Canonical</a:t>
            </a:r>
          </a:p>
          <a:p>
            <a:pPr defTabSz="1219170"/>
            <a:r>
              <a:rPr lang="en-US" dirty="0" err="1">
                <a:solidFill>
                  <a:prstClr val="black"/>
                </a:solidFill>
                <a:latin typeface="Calibri Light"/>
              </a:rPr>
              <a:t>Infoset</a:t>
            </a:r>
            <a:endParaRPr lang="en-US" dirty="0">
              <a:solidFill>
                <a:prstClr val="black"/>
              </a:solidFill>
              <a:latin typeface="Calibri Light"/>
            </a:endParaRPr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01F4A756-7D96-4BC4-95A4-726BDE79D58F}"/>
              </a:ext>
            </a:extLst>
          </p:cNvPr>
          <p:cNvSpPr/>
          <p:nvPr/>
        </p:nvSpPr>
        <p:spPr>
          <a:xfrm>
            <a:off x="7467435" y="4328461"/>
            <a:ext cx="616668" cy="1048624"/>
          </a:xfrm>
          <a:prstGeom prst="upDownArrow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0A20E339-8A79-4689-ADD6-BED30BE1FA14}"/>
              </a:ext>
            </a:extLst>
          </p:cNvPr>
          <p:cNvSpPr/>
          <p:nvPr/>
        </p:nvSpPr>
        <p:spPr>
          <a:xfrm>
            <a:off x="7172341" y="5488157"/>
            <a:ext cx="1250871" cy="1002419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canonical xml or </a:t>
            </a:r>
            <a:r>
              <a:rPr lang="en-US" dirty="0" err="1">
                <a:solidFill>
                  <a:schemeClr val="tx1"/>
                </a:solidFill>
                <a:latin typeface="Calibri Light"/>
              </a:rPr>
              <a:t>json</a:t>
            </a:r>
            <a:endParaRPr lang="en-US" dirty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8EBBABC-DF29-4040-9F5C-407A5FC841FB}"/>
              </a:ext>
            </a:extLst>
          </p:cNvPr>
          <p:cNvSpPr/>
          <p:nvPr/>
        </p:nvSpPr>
        <p:spPr>
          <a:xfrm>
            <a:off x="5460101" y="2606961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parse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47F8E8-0121-4F93-8EBA-820DE42E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TDML Round Trip Parse/Unparse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DD465-71C2-415E-952B-D8F2EDD69B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46476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roundTrip</a:t>
            </a:r>
            <a:r>
              <a:rPr lang="en-US" dirty="0"/>
              <a:t>="</a:t>
            </a:r>
            <a:r>
              <a:rPr lang="en-US" dirty="0" err="1"/>
              <a:t>twoPass</a:t>
            </a:r>
            <a:r>
              <a:rPr lang="en-US" dirty="0"/>
              <a:t>"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6DC07622-9F2D-414D-B27C-70884D6A8CD9}"/>
              </a:ext>
            </a:extLst>
          </p:cNvPr>
          <p:cNvSpPr txBox="1">
            <a:spLocks/>
          </p:cNvSpPr>
          <p:nvPr/>
        </p:nvSpPr>
        <p:spPr>
          <a:xfrm>
            <a:off x="6664052" y="1320712"/>
            <a:ext cx="5431176" cy="1606097"/>
          </a:xfrm>
          <a:prstGeom prst="rect">
            <a:avLst/>
          </a:prstGeom>
        </p:spPr>
        <p:txBody>
          <a:bodyPr vert="horz" lIns="121920" tIns="60960" rIns="121920" bIns="6096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defTabSz="1219170"/>
            <a:r>
              <a:rPr lang="en-US" sz="3733" dirty="0">
                <a:solidFill>
                  <a:srgbClr val="23408F"/>
                </a:solidFill>
              </a:rPr>
              <a:t>native form initial must NOT equal native form Canonical </a:t>
            </a:r>
          </a:p>
        </p:txBody>
      </p:sp>
    </p:spTree>
    <p:extLst>
      <p:ext uri="{BB962C8B-B14F-4D97-AF65-F5344CB8AC3E}">
        <p14:creationId xmlns:p14="http://schemas.microsoft.com/office/powerpoint/2010/main" val="20125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7D26EF-78D7-4A3D-BF83-1BA8CC3A6E97}"/>
              </a:ext>
            </a:extLst>
          </p:cNvPr>
          <p:cNvSpPr/>
          <p:nvPr/>
        </p:nvSpPr>
        <p:spPr>
          <a:xfrm>
            <a:off x="1007197" y="2591589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parse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6C93734-2C41-42E3-990F-D5CD27CAA481}"/>
              </a:ext>
            </a:extLst>
          </p:cNvPr>
          <p:cNvSpPr/>
          <p:nvPr/>
        </p:nvSpPr>
        <p:spPr>
          <a:xfrm>
            <a:off x="853394" y="1559743"/>
            <a:ext cx="2608149" cy="2366783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075099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6AC9E8-D1B5-4443-9B8B-45EA596333BF}"/>
              </a:ext>
            </a:extLst>
          </p:cNvPr>
          <p:cNvSpPr/>
          <p:nvPr/>
        </p:nvSpPr>
        <p:spPr>
          <a:xfrm>
            <a:off x="3674517" y="2828600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unparse</a:t>
            </a:r>
            <a:endParaRPr lang="en-US" sz="2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 Light"/>
            </a:endParaRPr>
          </a:p>
        </p:txBody>
      </p:sp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5148EB8D-70B1-421D-B93C-6474FF61B873}"/>
              </a:ext>
            </a:extLst>
          </p:cNvPr>
          <p:cNvSpPr/>
          <p:nvPr/>
        </p:nvSpPr>
        <p:spPr>
          <a:xfrm>
            <a:off x="361941" y="2063065"/>
            <a:ext cx="147309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 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Initial</a:t>
            </a:r>
          </a:p>
        </p:txBody>
      </p:sp>
      <p:sp>
        <p:nvSpPr>
          <p:cNvPr id="14" name="Flowchart: Card 13">
            <a:extLst>
              <a:ext uri="{FF2B5EF4-FFF2-40B4-BE49-F238E27FC236}">
                <a16:creationId xmlns:a16="http://schemas.microsoft.com/office/drawing/2014/main" id="{2DC6BAF5-C58C-496E-8AC4-2DC505B091D5}"/>
              </a:ext>
            </a:extLst>
          </p:cNvPr>
          <p:cNvSpPr/>
          <p:nvPr/>
        </p:nvSpPr>
        <p:spPr>
          <a:xfrm>
            <a:off x="4687322" y="2021311"/>
            <a:ext cx="1365431" cy="57600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native form</a:t>
            </a:r>
          </a:p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canonical 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8EE5731B-2368-4BC8-A151-98DC10B47554}"/>
              </a:ext>
            </a:extLst>
          </p:cNvPr>
          <p:cNvSpPr/>
          <p:nvPr/>
        </p:nvSpPr>
        <p:spPr>
          <a:xfrm rot="5400000" flipV="1">
            <a:off x="2964872" y="1588206"/>
            <a:ext cx="2608149" cy="2346559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2136630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D781DC84-7F98-45A5-B1EA-77DC04FCC37B}"/>
              </a:ext>
            </a:extLst>
          </p:cNvPr>
          <p:cNvGraphicFramePr/>
          <p:nvPr/>
        </p:nvGraphicFramePr>
        <p:xfrm>
          <a:off x="2697223" y="3309800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B5380CF-8DEA-40A6-B53A-9BDB0391C674}"/>
              </a:ext>
            </a:extLst>
          </p:cNvPr>
          <p:cNvSpPr txBox="1"/>
          <p:nvPr/>
        </p:nvSpPr>
        <p:spPr>
          <a:xfrm>
            <a:off x="2271571" y="3233702"/>
            <a:ext cx="82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solidFill>
                  <a:prstClr val="black"/>
                </a:solidFill>
                <a:latin typeface="Calibri Light"/>
              </a:rPr>
              <a:t>Initial</a:t>
            </a:r>
          </a:p>
          <a:p>
            <a:pPr defTabSz="1219170"/>
            <a:r>
              <a:rPr lang="en-US" dirty="0" err="1">
                <a:solidFill>
                  <a:prstClr val="black"/>
                </a:solidFill>
                <a:latin typeface="Calibri Light"/>
              </a:rPr>
              <a:t>Infoset</a:t>
            </a:r>
            <a:endParaRPr lang="en-US" dirty="0">
              <a:solidFill>
                <a:prstClr val="black"/>
              </a:solidFill>
              <a:latin typeface="Calibri Light"/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01C9873B-90BB-4B73-91E0-41E32B99195F}"/>
              </a:ext>
            </a:extLst>
          </p:cNvPr>
          <p:cNvSpPr/>
          <p:nvPr/>
        </p:nvSpPr>
        <p:spPr>
          <a:xfrm>
            <a:off x="5283144" y="1550589"/>
            <a:ext cx="2608149" cy="2366783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0750997"/>
              <a:gd name="adj5" fmla="val 125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5C32339-DD29-456C-81CF-71E58E4E8AAE}"/>
              </a:ext>
            </a:extLst>
          </p:cNvPr>
          <p:cNvSpPr/>
          <p:nvPr/>
        </p:nvSpPr>
        <p:spPr>
          <a:xfrm>
            <a:off x="7933073" y="1986812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unparse</a:t>
            </a:r>
            <a:endParaRPr lang="en-US" sz="2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 Light"/>
            </a:endParaRPr>
          </a:p>
        </p:txBody>
      </p:sp>
      <p:sp>
        <p:nvSpPr>
          <p:cNvPr id="36" name="Arrow: Circular 35">
            <a:extLst>
              <a:ext uri="{FF2B5EF4-FFF2-40B4-BE49-F238E27FC236}">
                <a16:creationId xmlns:a16="http://schemas.microsoft.com/office/drawing/2014/main" id="{189ABB53-4CD1-4EE9-AE64-3E1710466210}"/>
              </a:ext>
            </a:extLst>
          </p:cNvPr>
          <p:cNvSpPr/>
          <p:nvPr/>
        </p:nvSpPr>
        <p:spPr>
          <a:xfrm rot="16841229" flipV="1">
            <a:off x="6380424" y="226556"/>
            <a:ext cx="2608149" cy="3986461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3250789"/>
              <a:gd name="adj5" fmla="val 134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214271AC-0E67-4671-8291-D12A5D3A46A0}"/>
              </a:ext>
            </a:extLst>
          </p:cNvPr>
          <p:cNvGraphicFramePr/>
          <p:nvPr/>
        </p:nvGraphicFramePr>
        <p:xfrm>
          <a:off x="7126975" y="3300645"/>
          <a:ext cx="1701944" cy="100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A68B79F-245C-43FF-972D-B501C6752E1B}"/>
              </a:ext>
            </a:extLst>
          </p:cNvPr>
          <p:cNvSpPr txBox="1"/>
          <p:nvPr/>
        </p:nvSpPr>
        <p:spPr>
          <a:xfrm>
            <a:off x="6701322" y="3224547"/>
            <a:ext cx="1084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dirty="0">
                <a:solidFill>
                  <a:prstClr val="black"/>
                </a:solidFill>
                <a:latin typeface="Calibri Light"/>
              </a:rPr>
              <a:t>Canonical</a:t>
            </a:r>
          </a:p>
          <a:p>
            <a:pPr defTabSz="1219170"/>
            <a:r>
              <a:rPr lang="en-US" dirty="0" err="1">
                <a:solidFill>
                  <a:prstClr val="black"/>
                </a:solidFill>
                <a:latin typeface="Calibri Light"/>
              </a:rPr>
              <a:t>Infoset</a:t>
            </a:r>
            <a:endParaRPr lang="en-US" dirty="0">
              <a:solidFill>
                <a:prstClr val="black"/>
              </a:solidFill>
              <a:latin typeface="Calibri Light"/>
            </a:endParaRPr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01F4A756-7D96-4BC4-95A4-726BDE79D58F}"/>
              </a:ext>
            </a:extLst>
          </p:cNvPr>
          <p:cNvSpPr/>
          <p:nvPr/>
        </p:nvSpPr>
        <p:spPr>
          <a:xfrm>
            <a:off x="7467435" y="4328461"/>
            <a:ext cx="616668" cy="104862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>
              <a:solidFill>
                <a:prstClr val="white"/>
              </a:solidFill>
              <a:latin typeface="Calibri Light"/>
            </a:endParaRP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0A20E339-8A79-4689-ADD6-BED30BE1FA14}"/>
              </a:ext>
            </a:extLst>
          </p:cNvPr>
          <p:cNvSpPr/>
          <p:nvPr/>
        </p:nvSpPr>
        <p:spPr>
          <a:xfrm>
            <a:off x="7172341" y="5488157"/>
            <a:ext cx="1250871" cy="1002419"/>
          </a:xfrm>
          <a:prstGeom prst="flowChartDocumen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canonical xml or </a:t>
            </a:r>
            <a:r>
              <a:rPr lang="en-US" dirty="0" err="1">
                <a:solidFill>
                  <a:schemeClr val="tx1"/>
                </a:solidFill>
                <a:latin typeface="Calibri Light"/>
              </a:rPr>
              <a:t>json</a:t>
            </a:r>
            <a:endParaRPr lang="en-US" dirty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40" name="Flowchart: Document 39">
            <a:extLst>
              <a:ext uri="{FF2B5EF4-FFF2-40B4-BE49-F238E27FC236}">
                <a16:creationId xmlns:a16="http://schemas.microsoft.com/office/drawing/2014/main" id="{6D281B4A-870A-4E07-BB2A-80B0CE276DE1}"/>
              </a:ext>
            </a:extLst>
          </p:cNvPr>
          <p:cNvSpPr/>
          <p:nvPr/>
        </p:nvSpPr>
        <p:spPr>
          <a:xfrm>
            <a:off x="2667358" y="5478669"/>
            <a:ext cx="1250871" cy="1002419"/>
          </a:xfrm>
          <a:prstGeom prst="flowChartDocumen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dirty="0">
                <a:solidFill>
                  <a:schemeClr val="tx1"/>
                </a:solidFill>
                <a:latin typeface="Calibri Light"/>
              </a:rPr>
              <a:t>Initial xml or </a:t>
            </a:r>
            <a:r>
              <a:rPr lang="en-US" dirty="0" err="1">
                <a:solidFill>
                  <a:schemeClr val="tx1"/>
                </a:solidFill>
                <a:latin typeface="Calibri Light"/>
              </a:rPr>
              <a:t>json</a:t>
            </a:r>
            <a:endParaRPr lang="en-US" dirty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8EBBABC-DF29-4040-9F5C-407A5FC841FB}"/>
              </a:ext>
            </a:extLst>
          </p:cNvPr>
          <p:cNvSpPr/>
          <p:nvPr/>
        </p:nvSpPr>
        <p:spPr>
          <a:xfrm>
            <a:off x="5460101" y="2606961"/>
            <a:ext cx="1449299" cy="724475"/>
          </a:xfrm>
          <a:custGeom>
            <a:avLst/>
            <a:gdLst>
              <a:gd name="connsiteX0" fmla="*/ 0 w 1449298"/>
              <a:gd name="connsiteY0" fmla="*/ 0 h 724475"/>
              <a:gd name="connsiteX1" fmla="*/ 1449298 w 1449298"/>
              <a:gd name="connsiteY1" fmla="*/ 0 h 724475"/>
              <a:gd name="connsiteX2" fmla="*/ 1449298 w 1449298"/>
              <a:gd name="connsiteY2" fmla="*/ 724475 h 724475"/>
              <a:gd name="connsiteX3" fmla="*/ 0 w 1449298"/>
              <a:gd name="connsiteY3" fmla="*/ 724475 h 724475"/>
              <a:gd name="connsiteX4" fmla="*/ 0 w 1449298"/>
              <a:gd name="connsiteY4" fmla="*/ 0 h 72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298" h="724475">
                <a:moveTo>
                  <a:pt x="0" y="0"/>
                </a:moveTo>
                <a:lnTo>
                  <a:pt x="1449298" y="0"/>
                </a:lnTo>
                <a:lnTo>
                  <a:pt x="1449298" y="724475"/>
                </a:lnTo>
                <a:lnTo>
                  <a:pt x="0" y="7244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55" tIns="20955" rIns="20955" bIns="20955" numCol="1" spcCol="1270" anchor="ctr" anchorCtr="0">
            <a:noAutofit/>
          </a:bodyPr>
          <a:lstStyle/>
          <a:p>
            <a:pPr algn="ctr" defTabSz="146681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 Light"/>
              </a:rPr>
              <a:t>parse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EFE5E672-A1D2-4F44-84B7-F328DA05AE19}"/>
              </a:ext>
            </a:extLst>
          </p:cNvPr>
          <p:cNvSpPr/>
          <p:nvPr/>
        </p:nvSpPr>
        <p:spPr>
          <a:xfrm>
            <a:off x="3006946" y="4437776"/>
            <a:ext cx="571695" cy="93930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>
              <a:solidFill>
                <a:prstClr val="white"/>
              </a:solidFill>
              <a:latin typeface="Calibri Ligh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47F8E8-0121-4F93-8EBA-820DE42E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TDML Round Trip Parse/Unparse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6A024-54D9-4063-BC58-0C99CD2EFC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799"/>
            <a:ext cx="11604625" cy="7718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There is even "</a:t>
            </a:r>
            <a:r>
              <a:rPr lang="en-US" dirty="0" err="1"/>
              <a:t>threePass</a:t>
            </a:r>
            <a:r>
              <a:rPr lang="en-US" dirty="0"/>
              <a:t>" </a:t>
            </a:r>
          </a:p>
          <a:p>
            <a:pPr lvl="1"/>
            <a:r>
              <a:rPr lang="en-US" dirty="0"/>
              <a:t>But you will never need it!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6BDD5D-08F8-3594-3BA8-A8B8C27CDF1F}"/>
              </a:ext>
            </a:extLst>
          </p:cNvPr>
          <p:cNvSpPr txBox="1"/>
          <p:nvPr/>
        </p:nvSpPr>
        <p:spPr>
          <a:xfrm>
            <a:off x="9446013" y="877414"/>
            <a:ext cx="24952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Only very obscure cases need this.</a:t>
            </a:r>
          </a:p>
        </p:txBody>
      </p:sp>
    </p:spTree>
    <p:extLst>
      <p:ext uri="{BB962C8B-B14F-4D97-AF65-F5344CB8AC3E}">
        <p14:creationId xmlns:p14="http://schemas.microsoft.com/office/powerpoint/2010/main" val="3940312236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2</TotalTime>
  <Words>175</Words>
  <Application>Microsoft Office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 Light</vt:lpstr>
      <vt:lpstr>Arial</vt:lpstr>
      <vt:lpstr>Noto Sans</vt:lpstr>
      <vt:lpstr>Owl Tresys</vt:lpstr>
      <vt:lpstr>TDML Round Trip Parse/Unparse</vt:lpstr>
      <vt:lpstr>TDML Round Trip Parse/Unparse</vt:lpstr>
      <vt:lpstr>TDML Round Trip Parse/Unparse</vt:lpstr>
      <vt:lpstr>TDML Round Trip Parse/Unparse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2025-12-22T19:45:57Z</dcterms:created>
  <dcterms:modified xsi:type="dcterms:W3CDTF">2025-12-22T21:30:54Z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