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734" r:id="rId5"/>
    <p:sldId id="735" r:id="rId6"/>
    <p:sldId id="728" r:id="rId7"/>
    <p:sldId id="836" r:id="rId8"/>
    <p:sldId id="359" r:id="rId9"/>
  </p:sldIdLst>
  <p:sldSz cx="12192000" cy="6858000"/>
  <p:notesSz cx="6858000" cy="9144000"/>
  <p:embeddedFontLst>
    <p:embeddedFont>
      <p:font typeface="Noto Sans" panose="020B05020405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AB89E-10F9-4499-BB2C-666A3104941D}" v="62" dt="2025-11-24T20:22:03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erle, Mike" userId="41155a9a-513c-4288-9ceb-5c90f574ab21" providerId="ADAL" clId="{93EA92E5-423E-4026-A29C-DC3240D7B59D}"/>
    <pc:docChg chg="custSel addSld delSld modSld sldOrd">
      <pc:chgData name="Beckerle, Mike" userId="41155a9a-513c-4288-9ceb-5c90f574ab21" providerId="ADAL" clId="{93EA92E5-423E-4026-A29C-DC3240D7B59D}" dt="2025-11-24T20:22:48.189" v="656" actId="47"/>
      <pc:docMkLst>
        <pc:docMk/>
      </pc:docMkLst>
      <pc:sldChg chg="addSp delSp modSp mod ord">
        <pc:chgData name="Beckerle, Mike" userId="41155a9a-513c-4288-9ceb-5c90f574ab21" providerId="ADAL" clId="{93EA92E5-423E-4026-A29C-DC3240D7B59D}" dt="2025-11-24T20:22:03.849" v="654" actId="14100"/>
        <pc:sldMkLst>
          <pc:docMk/>
          <pc:sldMk cId="1105644699" sldId="359"/>
        </pc:sldMkLst>
        <pc:spChg chg="mod">
          <ac:chgData name="Beckerle, Mike" userId="41155a9a-513c-4288-9ceb-5c90f574ab21" providerId="ADAL" clId="{93EA92E5-423E-4026-A29C-DC3240D7B59D}" dt="2025-11-24T20:10:06.663" v="481" actId="2711"/>
          <ac:spMkLst>
            <pc:docMk/>
            <pc:sldMk cId="1105644699" sldId="359"/>
            <ac:spMk id="2" creationId="{9F589E99-E1BB-4E6B-85E2-72B2645F2327}"/>
          </ac:spMkLst>
        </pc:spChg>
        <pc:spChg chg="add mod">
          <ac:chgData name="Beckerle, Mike" userId="41155a9a-513c-4288-9ceb-5c90f574ab21" providerId="ADAL" clId="{93EA92E5-423E-4026-A29C-DC3240D7B59D}" dt="2025-11-24T20:20:50.523" v="640" actId="403"/>
          <ac:spMkLst>
            <pc:docMk/>
            <pc:sldMk cId="1105644699" sldId="359"/>
            <ac:spMk id="3" creationId="{0947775E-D29F-6776-0E5D-7BE62B1ABD9E}"/>
          </ac:spMkLst>
        </pc:spChg>
        <pc:spChg chg="add mod">
          <ac:chgData name="Beckerle, Mike" userId="41155a9a-513c-4288-9ceb-5c90f574ab21" providerId="ADAL" clId="{93EA92E5-423E-4026-A29C-DC3240D7B59D}" dt="2025-11-24T20:08:51.213" v="473" actId="14100"/>
          <ac:spMkLst>
            <pc:docMk/>
            <pc:sldMk cId="1105644699" sldId="359"/>
            <ac:spMk id="4" creationId="{53C0C678-991E-FBE9-E361-70949F9BC4DB}"/>
          </ac:spMkLst>
        </pc:spChg>
        <pc:spChg chg="mod">
          <ac:chgData name="Beckerle, Mike" userId="41155a9a-513c-4288-9ceb-5c90f574ab21" providerId="ADAL" clId="{93EA92E5-423E-4026-A29C-DC3240D7B59D}" dt="2025-11-24T20:22:03.849" v="654" actId="14100"/>
          <ac:spMkLst>
            <pc:docMk/>
            <pc:sldMk cId="1105644699" sldId="359"/>
            <ac:spMk id="27" creationId="{734BDB98-9A72-4A59-9285-84147F618E4D}"/>
          </ac:spMkLst>
        </pc:spChg>
        <pc:spChg chg="mod topLvl">
          <ac:chgData name="Beckerle, Mike" userId="41155a9a-513c-4288-9ceb-5c90f574ab21" providerId="ADAL" clId="{93EA92E5-423E-4026-A29C-DC3240D7B59D}" dt="2025-11-24T20:10:06.663" v="481" actId="2711"/>
          <ac:spMkLst>
            <pc:docMk/>
            <pc:sldMk cId="1105644699" sldId="359"/>
            <ac:spMk id="15364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0:06.663" v="481" actId="2711"/>
          <ac:spMkLst>
            <pc:docMk/>
            <pc:sldMk cId="1105644699" sldId="359"/>
            <ac:spMk id="15365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20:59.060" v="642" actId="403"/>
          <ac:spMkLst>
            <pc:docMk/>
            <pc:sldMk cId="1105644699" sldId="359"/>
            <ac:spMk id="15367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21:33.262" v="649" actId="14100"/>
          <ac:spMkLst>
            <pc:docMk/>
            <pc:sldMk cId="1105644699" sldId="359"/>
            <ac:spMk id="15369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21:24.349" v="647" actId="1076"/>
          <ac:spMkLst>
            <pc:docMk/>
            <pc:sldMk cId="1105644699" sldId="359"/>
            <ac:spMk id="15370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08:59.614" v="475" actId="14100"/>
          <ac:spMkLst>
            <pc:docMk/>
            <pc:sldMk cId="1105644699" sldId="359"/>
            <ac:spMk id="15372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07:21.204" v="433" actId="1076"/>
          <ac:spMkLst>
            <pc:docMk/>
            <pc:sldMk cId="1105644699" sldId="359"/>
            <ac:spMk id="15373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21:52.816" v="652" actId="14100"/>
          <ac:spMkLst>
            <pc:docMk/>
            <pc:sldMk cId="1105644699" sldId="359"/>
            <ac:spMk id="15374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07:21.204" v="433" actId="1076"/>
          <ac:spMkLst>
            <pc:docMk/>
            <pc:sldMk cId="1105644699" sldId="359"/>
            <ac:spMk id="15375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10:06.663" v="481" actId="2711"/>
          <ac:spMkLst>
            <pc:docMk/>
            <pc:sldMk cId="1105644699" sldId="359"/>
            <ac:spMk id="15377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21:59.488" v="653" actId="1076"/>
          <ac:spMkLst>
            <pc:docMk/>
            <pc:sldMk cId="1105644699" sldId="359"/>
            <ac:spMk id="15381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06:44.619" v="431" actId="20577"/>
          <ac:spMkLst>
            <pc:docMk/>
            <pc:sldMk cId="1105644699" sldId="359"/>
            <ac:spMk id="15382" creationId="{00000000-0000-0000-0000-000000000000}"/>
          </ac:spMkLst>
        </pc:spChg>
        <pc:spChg chg="del mod topLvl">
          <ac:chgData name="Beckerle, Mike" userId="41155a9a-513c-4288-9ceb-5c90f574ab21" providerId="ADAL" clId="{93EA92E5-423E-4026-A29C-DC3240D7B59D}" dt="2025-11-24T20:09:12.233" v="476" actId="478"/>
          <ac:spMkLst>
            <pc:docMk/>
            <pc:sldMk cId="1105644699" sldId="359"/>
            <ac:spMk id="15383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0:51.361" v="488" actId="14100"/>
          <ac:spMkLst>
            <pc:docMk/>
            <pc:sldMk cId="1105644699" sldId="359"/>
            <ac:spMk id="15384" creationId="{00000000-0000-0000-0000-000000000000}"/>
          </ac:spMkLst>
        </pc:spChg>
        <pc:spChg chg="mod topLvl">
          <ac:chgData name="Beckerle, Mike" userId="41155a9a-513c-4288-9ceb-5c90f574ab21" providerId="ADAL" clId="{93EA92E5-423E-4026-A29C-DC3240D7B59D}" dt="2025-11-24T20:21:59.488" v="653" actId="1076"/>
          <ac:spMkLst>
            <pc:docMk/>
            <pc:sldMk cId="1105644699" sldId="359"/>
            <ac:spMk id="15385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21:59.488" v="653" actId="1076"/>
          <ac:spMkLst>
            <pc:docMk/>
            <pc:sldMk cId="1105644699" sldId="359"/>
            <ac:spMk id="15386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21:59.488" v="653" actId="1076"/>
          <ac:spMkLst>
            <pc:docMk/>
            <pc:sldMk cId="1105644699" sldId="359"/>
            <ac:spMk id="15387" creationId="{00000000-0000-0000-0000-000000000000}"/>
          </ac:spMkLst>
        </pc:spChg>
      </pc:sldChg>
      <pc:sldChg chg="modSp mod ord">
        <pc:chgData name="Beckerle, Mike" userId="41155a9a-513c-4288-9ceb-5c90f574ab21" providerId="ADAL" clId="{93EA92E5-423E-4026-A29C-DC3240D7B59D}" dt="2025-11-24T20:19:34.793" v="623" actId="14100"/>
        <pc:sldMkLst>
          <pc:docMk/>
          <pc:sldMk cId="1357797443" sldId="728"/>
        </pc:sldMkLst>
        <pc:spChg chg="mod">
          <ac:chgData name="Beckerle, Mike" userId="41155a9a-513c-4288-9ceb-5c90f574ab21" providerId="ADAL" clId="{93EA92E5-423E-4026-A29C-DC3240D7B59D}" dt="2025-11-24T20:15:05.972" v="530" actId="14100"/>
          <ac:spMkLst>
            <pc:docMk/>
            <pc:sldMk cId="1357797443" sldId="728"/>
            <ac:spMk id="27" creationId="{734BDB98-9A72-4A59-9285-84147F618E4D}"/>
          </ac:spMkLst>
        </pc:spChg>
        <pc:spChg chg="mod">
          <ac:chgData name="Beckerle, Mike" userId="41155a9a-513c-4288-9ceb-5c90f574ab21" providerId="ADAL" clId="{93EA92E5-423E-4026-A29C-DC3240D7B59D}" dt="2025-11-24T20:14:06.627" v="516" actId="403"/>
          <ac:spMkLst>
            <pc:docMk/>
            <pc:sldMk cId="1357797443" sldId="728"/>
            <ac:spMk id="15364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9:20.289" v="622" actId="20577"/>
          <ac:spMkLst>
            <pc:docMk/>
            <pc:sldMk cId="1357797443" sldId="728"/>
            <ac:spMk id="15369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4:06.627" v="516" actId="403"/>
          <ac:spMkLst>
            <pc:docMk/>
            <pc:sldMk cId="1357797443" sldId="728"/>
            <ac:spMk id="15370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4:20.612" v="517" actId="14100"/>
          <ac:spMkLst>
            <pc:docMk/>
            <pc:sldMk cId="1357797443" sldId="728"/>
            <ac:spMk id="15371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4:41.770" v="521" actId="14100"/>
          <ac:spMkLst>
            <pc:docMk/>
            <pc:sldMk cId="1357797443" sldId="728"/>
            <ac:spMk id="15374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4:06.627" v="516" actId="403"/>
          <ac:spMkLst>
            <pc:docMk/>
            <pc:sldMk cId="1357797443" sldId="728"/>
            <ac:spMk id="15377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5:15.011" v="531" actId="166"/>
          <ac:spMkLst>
            <pc:docMk/>
            <pc:sldMk cId="1357797443" sldId="728"/>
            <ac:spMk id="15381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3:11.585" v="512" actId="14100"/>
          <ac:spMkLst>
            <pc:docMk/>
            <pc:sldMk cId="1357797443" sldId="728"/>
            <ac:spMk id="15382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9:34.793" v="623" actId="14100"/>
          <ac:spMkLst>
            <pc:docMk/>
            <pc:sldMk cId="1357797443" sldId="728"/>
            <ac:spMk id="15384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4:06.627" v="516" actId="403"/>
          <ac:spMkLst>
            <pc:docMk/>
            <pc:sldMk cId="1357797443" sldId="728"/>
            <ac:spMk id="15385" creationId="{00000000-0000-0000-0000-000000000000}"/>
          </ac:spMkLst>
        </pc:spChg>
        <pc:spChg chg="mod">
          <ac:chgData name="Beckerle, Mike" userId="41155a9a-513c-4288-9ceb-5c90f574ab21" providerId="ADAL" clId="{93EA92E5-423E-4026-A29C-DC3240D7B59D}" dt="2025-11-24T20:14:06.627" v="516" actId="403"/>
          <ac:spMkLst>
            <pc:docMk/>
            <pc:sldMk cId="1357797443" sldId="728"/>
            <ac:spMk id="15387" creationId="{00000000-0000-0000-0000-000000000000}"/>
          </ac:spMkLst>
        </pc:spChg>
      </pc:sldChg>
      <pc:sldChg chg="modSp mod">
        <pc:chgData name="Beckerle, Mike" userId="41155a9a-513c-4288-9ceb-5c90f574ab21" providerId="ADAL" clId="{93EA92E5-423E-4026-A29C-DC3240D7B59D}" dt="2025-11-24T19:59:50.173" v="81" actId="20577"/>
        <pc:sldMkLst>
          <pc:docMk/>
          <pc:sldMk cId="2461552133" sldId="734"/>
        </pc:sldMkLst>
        <pc:spChg chg="mod">
          <ac:chgData name="Beckerle, Mike" userId="41155a9a-513c-4288-9ceb-5c90f574ab21" providerId="ADAL" clId="{93EA92E5-423E-4026-A29C-DC3240D7B59D}" dt="2025-11-24T19:59:50.173" v="81" actId="20577"/>
          <ac:spMkLst>
            <pc:docMk/>
            <pc:sldMk cId="2461552133" sldId="734"/>
            <ac:spMk id="3" creationId="{3CB84502-90B5-0CD1-32F1-5D67F863E8C0}"/>
          </ac:spMkLst>
        </pc:spChg>
      </pc:sldChg>
      <pc:sldChg chg="addSp delSp modSp new mod modClrScheme chgLayout">
        <pc:chgData name="Beckerle, Mike" userId="41155a9a-513c-4288-9ceb-5c90f574ab21" providerId="ADAL" clId="{93EA92E5-423E-4026-A29C-DC3240D7B59D}" dt="2025-11-24T20:19:05.263" v="615" actId="20577"/>
        <pc:sldMkLst>
          <pc:docMk/>
          <pc:sldMk cId="3948234830" sldId="735"/>
        </pc:sldMkLst>
        <pc:spChg chg="del mod ord">
          <ac:chgData name="Beckerle, Mike" userId="41155a9a-513c-4288-9ceb-5c90f574ab21" providerId="ADAL" clId="{93EA92E5-423E-4026-A29C-DC3240D7B59D}" dt="2025-11-24T20:00:07.945" v="83" actId="700"/>
          <ac:spMkLst>
            <pc:docMk/>
            <pc:sldMk cId="3948234830" sldId="735"/>
            <ac:spMk id="2" creationId="{E8438D85-2B00-6B3B-FF03-F7A6EC10996A}"/>
          </ac:spMkLst>
        </pc:spChg>
        <pc:spChg chg="del">
          <ac:chgData name="Beckerle, Mike" userId="41155a9a-513c-4288-9ceb-5c90f574ab21" providerId="ADAL" clId="{93EA92E5-423E-4026-A29C-DC3240D7B59D}" dt="2025-11-24T20:00:07.945" v="83" actId="700"/>
          <ac:spMkLst>
            <pc:docMk/>
            <pc:sldMk cId="3948234830" sldId="735"/>
            <ac:spMk id="3" creationId="{A5AAB223-F8FD-9F30-DFF1-1E3A6DA12401}"/>
          </ac:spMkLst>
        </pc:spChg>
        <pc:spChg chg="mod ord">
          <ac:chgData name="Beckerle, Mike" userId="41155a9a-513c-4288-9ceb-5c90f574ab21" providerId="ADAL" clId="{93EA92E5-423E-4026-A29C-DC3240D7B59D}" dt="2025-11-24T20:17:40.087" v="543" actId="700"/>
          <ac:spMkLst>
            <pc:docMk/>
            <pc:sldMk cId="3948234830" sldId="735"/>
            <ac:spMk id="4" creationId="{22CE70BF-4885-42F3-34E7-1306B8782BB6}"/>
          </ac:spMkLst>
        </pc:spChg>
        <pc:spChg chg="add del mod ord">
          <ac:chgData name="Beckerle, Mike" userId="41155a9a-513c-4288-9ceb-5c90f574ab21" providerId="ADAL" clId="{93EA92E5-423E-4026-A29C-DC3240D7B59D}" dt="2025-11-24T20:01:15.762" v="86" actId="700"/>
          <ac:spMkLst>
            <pc:docMk/>
            <pc:sldMk cId="3948234830" sldId="735"/>
            <ac:spMk id="5" creationId="{E18D81FE-4437-E3F4-6081-2ADAA8BB1DE3}"/>
          </ac:spMkLst>
        </pc:spChg>
        <pc:spChg chg="add mod ord">
          <ac:chgData name="Beckerle, Mike" userId="41155a9a-513c-4288-9ceb-5c90f574ab21" providerId="ADAL" clId="{93EA92E5-423E-4026-A29C-DC3240D7B59D}" dt="2025-11-24T20:17:40.087" v="543" actId="700"/>
          <ac:spMkLst>
            <pc:docMk/>
            <pc:sldMk cId="3948234830" sldId="735"/>
            <ac:spMk id="6" creationId="{DDA576A1-7EEC-6267-98CB-CDCED0615C9A}"/>
          </ac:spMkLst>
        </pc:spChg>
        <pc:spChg chg="add mod ord">
          <ac:chgData name="Beckerle, Mike" userId="41155a9a-513c-4288-9ceb-5c90f574ab21" providerId="ADAL" clId="{93EA92E5-423E-4026-A29C-DC3240D7B59D}" dt="2025-11-24T20:19:05.263" v="615" actId="20577"/>
          <ac:spMkLst>
            <pc:docMk/>
            <pc:sldMk cId="3948234830" sldId="735"/>
            <ac:spMk id="7" creationId="{9AB2986A-6D45-082B-B408-B09B9B452522}"/>
          </ac:spMkLst>
        </pc:spChg>
      </pc:sldChg>
      <pc:sldChg chg="add del mod modShow">
        <pc:chgData name="Beckerle, Mike" userId="41155a9a-513c-4288-9ceb-5c90f574ab21" providerId="ADAL" clId="{93EA92E5-423E-4026-A29C-DC3240D7B59D}" dt="2025-11-24T20:22:39.193" v="655" actId="2696"/>
        <pc:sldMkLst>
          <pc:docMk/>
          <pc:sldMk cId="3745996886" sldId="828"/>
        </pc:sldMkLst>
      </pc:sldChg>
      <pc:sldChg chg="add del mod modShow">
        <pc:chgData name="Beckerle, Mike" userId="41155a9a-513c-4288-9ceb-5c90f574ab21" providerId="ADAL" clId="{93EA92E5-423E-4026-A29C-DC3240D7B59D}" dt="2025-11-24T20:22:48.189" v="656" actId="47"/>
        <pc:sldMkLst>
          <pc:docMk/>
          <pc:sldMk cId="1947122302" sldId="829"/>
        </pc:sldMkLst>
      </pc:sldChg>
      <pc:sldChg chg="add del mod modShow">
        <pc:chgData name="Beckerle, Mike" userId="41155a9a-513c-4288-9ceb-5c90f574ab21" providerId="ADAL" clId="{93EA92E5-423E-4026-A29C-DC3240D7B59D}" dt="2025-11-24T20:22:48.189" v="656" actId="47"/>
        <pc:sldMkLst>
          <pc:docMk/>
          <pc:sldMk cId="3562185190" sldId="830"/>
        </pc:sldMkLst>
      </pc:sldChg>
      <pc:sldChg chg="add del mod modShow">
        <pc:chgData name="Beckerle, Mike" userId="41155a9a-513c-4288-9ceb-5c90f574ab21" providerId="ADAL" clId="{93EA92E5-423E-4026-A29C-DC3240D7B59D}" dt="2025-11-24T20:22:48.189" v="656" actId="47"/>
        <pc:sldMkLst>
          <pc:docMk/>
          <pc:sldMk cId="21496007" sldId="831"/>
        </pc:sldMkLst>
      </pc:sldChg>
      <pc:sldChg chg="add del mod modShow">
        <pc:chgData name="Beckerle, Mike" userId="41155a9a-513c-4288-9ceb-5c90f574ab21" providerId="ADAL" clId="{93EA92E5-423E-4026-A29C-DC3240D7B59D}" dt="2025-11-24T20:22:48.189" v="656" actId="47"/>
        <pc:sldMkLst>
          <pc:docMk/>
          <pc:sldMk cId="3192896313" sldId="832"/>
        </pc:sldMkLst>
      </pc:sldChg>
      <pc:sldChg chg="add del mod modShow">
        <pc:chgData name="Beckerle, Mike" userId="41155a9a-513c-4288-9ceb-5c90f574ab21" providerId="ADAL" clId="{93EA92E5-423E-4026-A29C-DC3240D7B59D}" dt="2025-11-24T20:22:48.189" v="656" actId="47"/>
        <pc:sldMkLst>
          <pc:docMk/>
          <pc:sldMk cId="1623818136" sldId="833"/>
        </pc:sldMkLst>
      </pc:sldChg>
      <pc:sldChg chg="add del mod modShow">
        <pc:chgData name="Beckerle, Mike" userId="41155a9a-513c-4288-9ceb-5c90f574ab21" providerId="ADAL" clId="{93EA92E5-423E-4026-A29C-DC3240D7B59D}" dt="2025-11-24T20:22:48.189" v="656" actId="47"/>
        <pc:sldMkLst>
          <pc:docMk/>
          <pc:sldMk cId="1877614293" sldId="834"/>
        </pc:sldMkLst>
      </pc:sldChg>
      <pc:sldChg chg="add del mod modShow">
        <pc:chgData name="Beckerle, Mike" userId="41155a9a-513c-4288-9ceb-5c90f574ab21" providerId="ADAL" clId="{93EA92E5-423E-4026-A29C-DC3240D7B59D}" dt="2025-11-24T20:22:48.189" v="656" actId="47"/>
        <pc:sldMkLst>
          <pc:docMk/>
          <pc:sldMk cId="1180673243" sldId="835"/>
        </pc:sldMkLst>
      </pc:sldChg>
      <pc:sldChg chg="modSp add mod ord">
        <pc:chgData name="Beckerle, Mike" userId="41155a9a-513c-4288-9ceb-5c90f574ab21" providerId="ADAL" clId="{93EA92E5-423E-4026-A29C-DC3240D7B59D}" dt="2025-11-24T20:20:15.888" v="638" actId="6549"/>
        <pc:sldMkLst>
          <pc:docMk/>
          <pc:sldMk cId="3064973976" sldId="836"/>
        </pc:sldMkLst>
        <pc:spChg chg="mod">
          <ac:chgData name="Beckerle, Mike" userId="41155a9a-513c-4288-9ceb-5c90f574ab21" providerId="ADAL" clId="{93EA92E5-423E-4026-A29C-DC3240D7B59D}" dt="2025-11-24T20:20:15.888" v="638" actId="6549"/>
          <ac:spMkLst>
            <pc:docMk/>
            <pc:sldMk cId="3064973976" sldId="836"/>
            <ac:spMk id="7" creationId="{CD7B4724-4ADB-1B6B-A0D5-326B7D409252}"/>
          </ac:spMkLst>
        </pc:spChg>
      </pc:sldChg>
      <pc:sldMasterChg chg="delSldLayout">
        <pc:chgData name="Beckerle, Mike" userId="41155a9a-513c-4288-9ceb-5c90f574ab21" providerId="ADAL" clId="{93EA92E5-423E-4026-A29C-DC3240D7B59D}" dt="2025-11-24T20:22:48.189" v="656" actId="47"/>
        <pc:sldMasterMkLst>
          <pc:docMk/>
          <pc:sldMasterMk cId="1196855914" sldId="2147483660"/>
        </pc:sldMasterMkLst>
        <pc:sldLayoutChg chg="del">
          <pc:chgData name="Beckerle, Mike" userId="41155a9a-513c-4288-9ceb-5c90f574ab21" providerId="ADAL" clId="{93EA92E5-423E-4026-A29C-DC3240D7B59D}" dt="2025-11-24T20:22:39.193" v="655" actId="2696"/>
          <pc:sldLayoutMkLst>
            <pc:docMk/>
            <pc:sldMasterMk cId="1196855914" sldId="2147483660"/>
            <pc:sldLayoutMk cId="2110380121" sldId="2147483675"/>
          </pc:sldLayoutMkLst>
        </pc:sldLayoutChg>
        <pc:sldLayoutChg chg="del">
          <pc:chgData name="Beckerle, Mike" userId="41155a9a-513c-4288-9ceb-5c90f574ab21" providerId="ADAL" clId="{93EA92E5-423E-4026-A29C-DC3240D7B59D}" dt="2025-11-24T20:22:48.189" v="656" actId="47"/>
          <pc:sldLayoutMkLst>
            <pc:docMk/>
            <pc:sldMasterMk cId="1196855914" sldId="2147483660"/>
            <pc:sldLayoutMk cId="4123944497" sldId="2147483677"/>
          </pc:sldLayoutMkLst>
        </pc:sldLayoutChg>
        <pc:sldLayoutChg chg="del">
          <pc:chgData name="Beckerle, Mike" userId="41155a9a-513c-4288-9ceb-5c90f574ab21" providerId="ADAL" clId="{93EA92E5-423E-4026-A29C-DC3240D7B59D}" dt="2025-11-24T20:22:48.189" v="656" actId="47"/>
          <pc:sldLayoutMkLst>
            <pc:docMk/>
            <pc:sldMasterMk cId="1196855914" sldId="2147483660"/>
            <pc:sldLayoutMk cId="3291052544" sldId="2147483678"/>
          </pc:sldLayoutMkLst>
        </pc:sldLayoutChg>
        <pc:sldLayoutChg chg="del">
          <pc:chgData name="Beckerle, Mike" userId="41155a9a-513c-4288-9ceb-5c90f574ab21" providerId="ADAL" clId="{93EA92E5-423E-4026-A29C-DC3240D7B59D}" dt="2025-11-24T20:22:48.189" v="656" actId="47"/>
          <pc:sldLayoutMkLst>
            <pc:docMk/>
            <pc:sldMasterMk cId="1196855914" sldId="2147483660"/>
            <pc:sldLayoutMk cId="1196338228" sldId="214748367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11/24/2025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4885E95E-DD1B-42D9-87CF-1424E3B3AC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DejaVu Sans" charset="0"/>
                <a:cs typeface="DejaVu Sans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DejaVu Sans" charset="0"/>
              <a:cs typeface="DejaVu Sans" charset="0"/>
            </a:endParaRPr>
          </a:p>
        </p:txBody>
      </p:sp>
      <p:sp>
        <p:nvSpPr>
          <p:cNvPr id="2765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UNCLASSIFIED/FOR OFFICIAL USE ONLY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827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fld id="{4885E95E-DD1B-42D9-87CF-1424E3B3AC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DejaVu Sans" charset="0"/>
                <a:cs typeface="DejaVu Sans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DejaVu Sans" charset="0"/>
              <a:cs typeface="DejaVu Sans" charset="0"/>
            </a:endParaRPr>
          </a:p>
        </p:txBody>
      </p:sp>
      <p:sp>
        <p:nvSpPr>
          <p:cNvPr id="2765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UNCLASSIFIED/FOR OFFICIAL USE ONLY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0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A128-6AE1-1741-A482-9A7A21FD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0AA52-493D-5F4E-BEEE-BD2097AE8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F31B-19A2-0341-BD19-CA852E6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0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16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7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ache.org/licenses/LICENSE-2.0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8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9" r:id="rId2"/>
    <p:sldLayoutId id="2147483674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A1D5-8A84-AADB-E4B0-3F193DA9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DFDL Schema Generation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84502-90B5-0CD1-32F1-5D67F863E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DFDL Schemas for Large Data Format 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B07EC-D776-8147-70DF-427A6933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52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A576A1-7EEC-6267-98CB-CDCED061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Coping with Large Data Format Specs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B2986A-6D45-082B-B408-B09B9B45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Format Spec Documents</a:t>
            </a:r>
          </a:p>
          <a:p>
            <a:pPr lvl="1"/>
            <a:r>
              <a:rPr lang="en-US" dirty="0"/>
              <a:t>Can be thousands of pages long</a:t>
            </a:r>
          </a:p>
          <a:p>
            <a:pPr lvl="1"/>
            <a:r>
              <a:rPr lang="en-US" dirty="0"/>
              <a:t>Designed for human reading</a:t>
            </a:r>
          </a:p>
          <a:p>
            <a:r>
              <a:rPr lang="en-US" dirty="0"/>
              <a:t>Is there a Machine-Readable...</a:t>
            </a:r>
          </a:p>
          <a:p>
            <a:pPr lvl="1"/>
            <a:r>
              <a:rPr lang="en-US" dirty="0"/>
              <a:t>Spec database?</a:t>
            </a:r>
          </a:p>
          <a:p>
            <a:pPr lvl="1"/>
            <a:r>
              <a:rPr lang="en-US" dirty="0"/>
              <a:t>Spec in XML?</a:t>
            </a:r>
          </a:p>
          <a:p>
            <a:r>
              <a:rPr lang="en-US" dirty="0"/>
              <a:t>Yes? Win. You can generate the DFDL Schema.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E70BF-4885-42F3-34E7-1306B87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34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2" name="Rectangle 19"/>
          <p:cNvSpPr>
            <a:spLocks noGrp="1" noChangeArrowheads="1"/>
          </p:cNvSpPr>
          <p:nvPr>
            <p:ph type="title"/>
          </p:nvPr>
        </p:nvSpPr>
        <p:spPr>
          <a:xfrm>
            <a:off x="118334" y="162289"/>
            <a:ext cx="9816776" cy="101932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Generate DFDL Schemas From Format-Spec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589E99-E1BB-4E6B-85E2-72B2645F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364" name="AutoShape 1"/>
          <p:cNvSpPr>
            <a:spLocks noChangeArrowheads="1"/>
          </p:cNvSpPr>
          <p:nvPr/>
        </p:nvSpPr>
        <p:spPr bwMode="auto">
          <a:xfrm>
            <a:off x="2756306" y="3092930"/>
            <a:ext cx="1014789" cy="1005051"/>
          </a:xfrm>
          <a:prstGeom prst="foldedCorner">
            <a:avLst>
              <a:gd name="adj" fmla="val 12500"/>
            </a:avLst>
          </a:prstGeom>
          <a:solidFill>
            <a:srgbClr val="94BD5E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100" b="1" dirty="0">
                <a:solidFill>
                  <a:srgbClr val="000000"/>
                </a:solidFill>
                <a:latin typeface="+mj-lt"/>
              </a:rPr>
              <a:t>Format 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100" b="1" dirty="0">
                <a:solidFill>
                  <a:srgbClr val="000000"/>
                </a:solidFill>
                <a:latin typeface="+mj-lt"/>
              </a:rPr>
              <a:t>Database</a:t>
            </a:r>
          </a:p>
        </p:txBody>
      </p:sp>
      <p:sp>
        <p:nvSpPr>
          <p:cNvPr id="15369" name="AutoShape 6"/>
          <p:cNvSpPr>
            <a:spLocks noChangeArrowheads="1"/>
          </p:cNvSpPr>
          <p:nvPr/>
        </p:nvSpPr>
        <p:spPr bwMode="auto">
          <a:xfrm>
            <a:off x="4655986" y="2943664"/>
            <a:ext cx="1217767" cy="1255767"/>
          </a:xfrm>
          <a:prstGeom prst="roundRect">
            <a:avLst>
              <a:gd name="adj" fmla="val 1961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b="1" dirty="0">
                <a:solidFill>
                  <a:srgbClr val="000000"/>
                </a:solidFill>
                <a:latin typeface="+mj-lt"/>
              </a:rPr>
              <a:t>Ad-hoc Transforms</a:t>
            </a:r>
          </a:p>
        </p:txBody>
      </p:sp>
      <p:sp>
        <p:nvSpPr>
          <p:cNvPr id="15370" name="AutoShape 7"/>
          <p:cNvSpPr>
            <a:spLocks noChangeArrowheads="1"/>
          </p:cNvSpPr>
          <p:nvPr/>
        </p:nvSpPr>
        <p:spPr bwMode="auto">
          <a:xfrm>
            <a:off x="3816312" y="3240412"/>
            <a:ext cx="903126" cy="754333"/>
          </a:xfrm>
          <a:prstGeom prst="rightArrow">
            <a:avLst>
              <a:gd name="adj1" fmla="val 42824"/>
              <a:gd name="adj2" fmla="val 5076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600" dirty="0">
                <a:solidFill>
                  <a:srgbClr val="000000"/>
                </a:solidFill>
                <a:latin typeface="+mj-lt"/>
              </a:rPr>
              <a:t>Queries</a:t>
            </a:r>
          </a:p>
        </p:txBody>
      </p:sp>
      <p:sp>
        <p:nvSpPr>
          <p:cNvPr id="15371" name="AutoShape 8"/>
          <p:cNvSpPr>
            <a:spLocks noChangeArrowheads="1"/>
          </p:cNvSpPr>
          <p:nvPr/>
        </p:nvSpPr>
        <p:spPr bwMode="auto">
          <a:xfrm>
            <a:off x="5873753" y="3390077"/>
            <a:ext cx="406448" cy="501434"/>
          </a:xfrm>
          <a:prstGeom prst="rightArrow">
            <a:avLst>
              <a:gd name="adj1" fmla="val 50000"/>
              <a:gd name="adj2" fmla="val 31304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 sz="2400">
              <a:solidFill>
                <a:srgbClr val="3F3F3F"/>
              </a:solidFill>
              <a:latin typeface="+mj-lt"/>
            </a:endParaRPr>
          </a:p>
        </p:txBody>
      </p:sp>
      <p:sp>
        <p:nvSpPr>
          <p:cNvPr id="15373" name="AutoShape 10"/>
          <p:cNvSpPr>
            <a:spLocks noChangeArrowheads="1"/>
          </p:cNvSpPr>
          <p:nvPr/>
        </p:nvSpPr>
        <p:spPr bwMode="auto">
          <a:xfrm>
            <a:off x="6314521" y="3092930"/>
            <a:ext cx="903126" cy="1005049"/>
          </a:xfrm>
          <a:prstGeom prst="foldedCorner">
            <a:avLst>
              <a:gd name="adj" fmla="val 12500"/>
            </a:avLst>
          </a:prstGeom>
          <a:solidFill>
            <a:srgbClr val="CCCC0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j-lt"/>
              </a:rPr>
              <a:t>Format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j-lt"/>
              </a:rPr>
              <a:t>Spec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j-lt"/>
              </a:rPr>
              <a:t>.xml</a:t>
            </a:r>
          </a:p>
        </p:txBody>
      </p:sp>
      <p:sp>
        <p:nvSpPr>
          <p:cNvPr id="15374" name="AutoShape 11"/>
          <p:cNvSpPr>
            <a:spLocks noChangeArrowheads="1"/>
          </p:cNvSpPr>
          <p:nvPr/>
        </p:nvSpPr>
        <p:spPr bwMode="auto">
          <a:xfrm>
            <a:off x="7829060" y="2943664"/>
            <a:ext cx="1253295" cy="1255767"/>
          </a:xfrm>
          <a:prstGeom prst="roundRect">
            <a:avLst>
              <a:gd name="adj" fmla="val 1961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j-lt"/>
              </a:rPr>
              <a:t>Schema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j-lt"/>
              </a:rPr>
              <a:t>Generator</a:t>
            </a:r>
          </a:p>
        </p:txBody>
      </p:sp>
      <p:sp>
        <p:nvSpPr>
          <p:cNvPr id="15375" name="AutoShape 12"/>
          <p:cNvSpPr>
            <a:spLocks noChangeArrowheads="1"/>
          </p:cNvSpPr>
          <p:nvPr/>
        </p:nvSpPr>
        <p:spPr bwMode="auto">
          <a:xfrm>
            <a:off x="2553328" y="2354256"/>
            <a:ext cx="3724163" cy="2210076"/>
          </a:xfrm>
          <a:prstGeom prst="roundRect">
            <a:avLst>
              <a:gd name="adj" fmla="val 5944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 sz="2400">
              <a:solidFill>
                <a:srgbClr val="3F3F3F"/>
              </a:solidFill>
              <a:latin typeface="+mj-lt"/>
            </a:endParaRPr>
          </a:p>
        </p:txBody>
      </p:sp>
      <p:sp>
        <p:nvSpPr>
          <p:cNvPr id="15376" name="Text Box 13"/>
          <p:cNvSpPr txBox="1">
            <a:spLocks noChangeArrowheads="1"/>
          </p:cNvSpPr>
          <p:nvPr/>
        </p:nvSpPr>
        <p:spPr bwMode="auto">
          <a:xfrm>
            <a:off x="3667113" y="2962621"/>
            <a:ext cx="1208737" cy="526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endParaRPr lang="en-US" altLang="en-US" sz="24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377" name="AutoShape 14"/>
          <p:cNvSpPr>
            <a:spLocks noChangeArrowheads="1"/>
          </p:cNvSpPr>
          <p:nvPr/>
        </p:nvSpPr>
        <p:spPr bwMode="auto">
          <a:xfrm>
            <a:off x="7214918" y="3390077"/>
            <a:ext cx="564208" cy="501434"/>
          </a:xfrm>
          <a:prstGeom prst="rightArrow">
            <a:avLst>
              <a:gd name="adj1" fmla="val 50000"/>
              <a:gd name="adj2" fmla="val 31304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 sz="2400">
              <a:solidFill>
                <a:srgbClr val="3F3F3F"/>
              </a:solidFill>
              <a:latin typeface="+mj-lt"/>
            </a:endParaRPr>
          </a:p>
        </p:txBody>
      </p:sp>
      <p:sp>
        <p:nvSpPr>
          <p:cNvPr id="15384" name="AutoShape 21"/>
          <p:cNvSpPr>
            <a:spLocks/>
          </p:cNvSpPr>
          <p:nvPr/>
        </p:nvSpPr>
        <p:spPr bwMode="auto">
          <a:xfrm>
            <a:off x="6814163" y="1777429"/>
            <a:ext cx="2822997" cy="627883"/>
          </a:xfrm>
          <a:prstGeom prst="borderCallout1">
            <a:avLst>
              <a:gd name="adj1" fmla="val 43583"/>
              <a:gd name="adj2" fmla="val -3931"/>
              <a:gd name="adj3" fmla="val 194469"/>
              <a:gd name="adj4" fmla="val -10071"/>
            </a:avLst>
          </a:prstGeom>
          <a:solidFill>
            <a:srgbClr val="FFFFFF"/>
          </a:solidFill>
          <a:ln w="9360">
            <a:solidFill>
              <a:srgbClr val="9999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+mj-lt"/>
              </a:rPr>
              <a:t>Rationalized Machine-Readable</a:t>
            </a:r>
          </a:p>
          <a:p>
            <a:pPr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+mj-lt"/>
              </a:rPr>
              <a:t>XML of Spec Content </a:t>
            </a:r>
          </a:p>
        </p:txBody>
      </p:sp>
      <p:sp>
        <p:nvSpPr>
          <p:cNvPr id="15385" name="AutoShape 22"/>
          <p:cNvSpPr>
            <a:spLocks noChangeArrowheads="1"/>
          </p:cNvSpPr>
          <p:nvPr/>
        </p:nvSpPr>
        <p:spPr bwMode="auto">
          <a:xfrm>
            <a:off x="8013824" y="4698245"/>
            <a:ext cx="903126" cy="1005049"/>
          </a:xfrm>
          <a:prstGeom prst="foldedCorner">
            <a:avLst>
              <a:gd name="adj" fmla="val 12500"/>
            </a:avLst>
          </a:prstGeom>
          <a:solidFill>
            <a:srgbClr val="E6E64C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000">
                <a:solidFill>
                  <a:srgbClr val="000000"/>
                </a:solidFill>
                <a:latin typeface="+mj-lt"/>
              </a:rPr>
              <a:t>K00_1_...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000">
                <a:solidFill>
                  <a:srgbClr val="000000"/>
                </a:solidFill>
                <a:latin typeface="+mj-lt"/>
              </a:rPr>
              <a:t>gen..dfdl.xsd</a:t>
            </a:r>
          </a:p>
        </p:txBody>
      </p:sp>
      <p:sp>
        <p:nvSpPr>
          <p:cNvPr id="15386" name="AutoShape 23"/>
          <p:cNvSpPr>
            <a:spLocks noChangeArrowheads="1"/>
          </p:cNvSpPr>
          <p:nvPr/>
        </p:nvSpPr>
        <p:spPr bwMode="auto">
          <a:xfrm>
            <a:off x="7852482" y="4801477"/>
            <a:ext cx="903123" cy="1005049"/>
          </a:xfrm>
          <a:prstGeom prst="foldedCorner">
            <a:avLst>
              <a:gd name="adj" fmla="val 12500"/>
            </a:avLst>
          </a:prstGeom>
          <a:solidFill>
            <a:srgbClr val="E6E64C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000">
                <a:solidFill>
                  <a:srgbClr val="000000"/>
                </a:solidFill>
                <a:latin typeface="+mj-lt"/>
              </a:rPr>
              <a:t>K00_1_...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000">
                <a:solidFill>
                  <a:srgbClr val="000000"/>
                </a:solidFill>
                <a:latin typeface="+mj-lt"/>
              </a:rPr>
              <a:t>gen..dfdl.xsd</a:t>
            </a:r>
          </a:p>
        </p:txBody>
      </p:sp>
      <p:sp>
        <p:nvSpPr>
          <p:cNvPr id="15387" name="AutoShape 24"/>
          <p:cNvSpPr>
            <a:spLocks noChangeArrowheads="1"/>
          </p:cNvSpPr>
          <p:nvPr/>
        </p:nvSpPr>
        <p:spPr bwMode="auto">
          <a:xfrm>
            <a:off x="7713692" y="4904711"/>
            <a:ext cx="903123" cy="1005049"/>
          </a:xfrm>
          <a:prstGeom prst="foldedCorner">
            <a:avLst>
              <a:gd name="adj" fmla="val 12500"/>
            </a:avLst>
          </a:prstGeom>
          <a:solidFill>
            <a:srgbClr val="E6E64C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000" dirty="0">
                <a:solidFill>
                  <a:srgbClr val="000000"/>
                </a:solidFill>
                <a:latin typeface="+mj-lt"/>
              </a:rPr>
              <a:t>FMT_1_...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000" dirty="0" err="1">
                <a:solidFill>
                  <a:srgbClr val="000000"/>
                </a:solidFill>
                <a:latin typeface="+mj-lt"/>
              </a:rPr>
              <a:t>gen..dfdl.xsd</a:t>
            </a:r>
            <a:endParaRPr lang="en-US" altLang="en-US" sz="1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7" name="AutoShape 21">
            <a:extLst>
              <a:ext uri="{FF2B5EF4-FFF2-40B4-BE49-F238E27FC236}">
                <a16:creationId xmlns:a16="http://schemas.microsoft.com/office/drawing/2014/main" id="{734BDB98-9A72-4A59-9285-84147F618E4D}"/>
              </a:ext>
            </a:extLst>
          </p:cNvPr>
          <p:cNvSpPr>
            <a:spLocks/>
          </p:cNvSpPr>
          <p:nvPr/>
        </p:nvSpPr>
        <p:spPr bwMode="auto">
          <a:xfrm flipH="1">
            <a:off x="4161032" y="5558989"/>
            <a:ext cx="2782523" cy="450309"/>
          </a:xfrm>
          <a:prstGeom prst="borderCallout1">
            <a:avLst>
              <a:gd name="adj1" fmla="val 43583"/>
              <a:gd name="adj2" fmla="val -3931"/>
              <a:gd name="adj3" fmla="val -9925"/>
              <a:gd name="adj4" fmla="val -24703"/>
            </a:avLst>
          </a:prstGeom>
          <a:solidFill>
            <a:srgbClr val="FFFFFF"/>
          </a:solidFill>
          <a:ln w="9360">
            <a:solidFill>
              <a:srgbClr val="9999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+mj-lt"/>
              </a:rPr>
              <a:t>DFDL Schema for the format</a:t>
            </a:r>
          </a:p>
        </p:txBody>
      </p:sp>
      <p:sp>
        <p:nvSpPr>
          <p:cNvPr id="15381" name="AutoShape 18"/>
          <p:cNvSpPr>
            <a:spLocks noChangeArrowheads="1"/>
          </p:cNvSpPr>
          <p:nvPr/>
        </p:nvSpPr>
        <p:spPr bwMode="auto">
          <a:xfrm>
            <a:off x="8240095" y="4168629"/>
            <a:ext cx="450583" cy="627883"/>
          </a:xfrm>
          <a:prstGeom prst="downArrow">
            <a:avLst>
              <a:gd name="adj1" fmla="val 49657"/>
              <a:gd name="adj2" fmla="val 55310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 sz="2400">
              <a:solidFill>
                <a:srgbClr val="3F3F3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77974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BA69-95FC-ADE7-A04C-0C3EF4ED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3FA720-A5BF-A4D3-84AB-6EB990F73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Coping with Large Data Format Specs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7B4724-4ADB-1B6B-A0D5-326B7D409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Machine-Readable form</a:t>
            </a:r>
          </a:p>
          <a:p>
            <a:pPr lvl="1"/>
            <a:r>
              <a:rPr lang="en-US" dirty="0"/>
              <a:t>Spec database?</a:t>
            </a:r>
          </a:p>
          <a:p>
            <a:pPr lvl="1"/>
            <a:r>
              <a:rPr lang="en-US" dirty="0"/>
              <a:t>Spec in XML?</a:t>
            </a:r>
          </a:p>
          <a:p>
            <a:r>
              <a:rPr lang="en-US" dirty="0"/>
              <a:t>Reverse engineer the spec document into machine readable form</a:t>
            </a:r>
          </a:p>
          <a:p>
            <a:r>
              <a:rPr lang="en-US" dirty="0"/>
              <a:t>a.k.a. </a:t>
            </a:r>
            <a:r>
              <a:rPr lang="en-US" i="1" dirty="0"/>
              <a:t>Spec Scraping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F077-B042-9B50-63B4-896D7BBA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73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2" name="Rectangle 19"/>
          <p:cNvSpPr>
            <a:spLocks noGrp="1" noChangeArrowheads="1"/>
          </p:cNvSpPr>
          <p:nvPr>
            <p:ph type="title"/>
          </p:nvPr>
        </p:nvSpPr>
        <p:spPr>
          <a:xfrm>
            <a:off x="118334" y="162289"/>
            <a:ext cx="11904004" cy="1019322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+mn-lt"/>
              </a:rPr>
              <a:t>How to Scrape a Format Spec Doc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589E99-E1BB-4E6B-85E2-72B2645F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>
                <a:latin typeface="+mn-lt"/>
              </a:rPr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15364" name="AutoShape 1"/>
          <p:cNvSpPr>
            <a:spLocks noChangeArrowheads="1"/>
          </p:cNvSpPr>
          <p:nvPr/>
        </p:nvSpPr>
        <p:spPr bwMode="auto">
          <a:xfrm>
            <a:off x="4357812" y="1645711"/>
            <a:ext cx="1004386" cy="894687"/>
          </a:xfrm>
          <a:prstGeom prst="foldedCorner">
            <a:avLst>
              <a:gd name="adj" fmla="val 12500"/>
            </a:avLst>
          </a:prstGeom>
          <a:solidFill>
            <a:srgbClr val="94BD5E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b="1" dirty="0">
                <a:solidFill>
                  <a:srgbClr val="000000"/>
                </a:solidFill>
                <a:latin typeface="+mn-lt"/>
              </a:rPr>
              <a:t>Format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b="1" dirty="0" err="1">
                <a:solidFill>
                  <a:srgbClr val="000000"/>
                </a:solidFill>
                <a:latin typeface="+mn-lt"/>
              </a:rPr>
              <a:t>SpecScraper</a:t>
            </a:r>
            <a:endParaRPr lang="en-US" altLang="en-US" sz="1200" b="1" dirty="0">
              <a:solidFill>
                <a:srgbClr val="000000"/>
              </a:solidFill>
              <a:latin typeface="+mn-lt"/>
            </a:endParaRP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b="1" dirty="0">
                <a:solidFill>
                  <a:srgbClr val="000000"/>
                </a:solidFill>
                <a:latin typeface="+mn-lt"/>
              </a:rPr>
              <a:t>.dfdl.xsd</a:t>
            </a:r>
          </a:p>
        </p:txBody>
      </p:sp>
      <p:sp>
        <p:nvSpPr>
          <p:cNvPr id="15365" name="AutoShape 2"/>
          <p:cNvSpPr>
            <a:spLocks noChangeArrowheads="1"/>
          </p:cNvSpPr>
          <p:nvPr/>
        </p:nvSpPr>
        <p:spPr bwMode="auto">
          <a:xfrm>
            <a:off x="678094" y="3303327"/>
            <a:ext cx="1004386" cy="1117871"/>
          </a:xfrm>
          <a:prstGeom prst="foldedCorner">
            <a:avLst>
              <a:gd name="adj" fmla="val 12500"/>
            </a:avLst>
          </a:prstGeom>
          <a:solidFill>
            <a:srgbClr val="99CCFF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n-lt"/>
              </a:rPr>
              <a:t>Format 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n-lt"/>
              </a:rPr>
              <a:t>Spec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n-lt"/>
              </a:rPr>
              <a:t>(.pdf)</a:t>
            </a:r>
          </a:p>
        </p:txBody>
      </p:sp>
      <p:sp>
        <p:nvSpPr>
          <p:cNvPr id="15367" name="AutoShape 4"/>
          <p:cNvSpPr>
            <a:spLocks noChangeArrowheads="1"/>
          </p:cNvSpPr>
          <p:nvPr/>
        </p:nvSpPr>
        <p:spPr bwMode="auto">
          <a:xfrm>
            <a:off x="4301581" y="3209953"/>
            <a:ext cx="1116846" cy="1061590"/>
          </a:xfrm>
          <a:prstGeom prst="roundRect">
            <a:avLst>
              <a:gd name="adj" fmla="val 1961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+mn-lt"/>
              </a:rPr>
              <a:t>Daffodil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+mn-lt"/>
              </a:rPr>
              <a:t>Parse</a:t>
            </a:r>
          </a:p>
        </p:txBody>
      </p:sp>
      <p:sp>
        <p:nvSpPr>
          <p:cNvPr id="15368" name="AutoShape 5"/>
          <p:cNvSpPr>
            <a:spLocks noChangeArrowheads="1"/>
          </p:cNvSpPr>
          <p:nvPr/>
        </p:nvSpPr>
        <p:spPr bwMode="auto">
          <a:xfrm>
            <a:off x="4637023" y="2651018"/>
            <a:ext cx="445963" cy="558935"/>
          </a:xfrm>
          <a:prstGeom prst="downArrow">
            <a:avLst>
              <a:gd name="adj1" fmla="val 50000"/>
              <a:gd name="adj2" fmla="val 31304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>
              <a:solidFill>
                <a:srgbClr val="3F3F3F"/>
              </a:solidFill>
            </a:endParaRPr>
          </a:p>
        </p:txBody>
      </p:sp>
      <p:sp>
        <p:nvSpPr>
          <p:cNvPr id="15369" name="AutoShape 6"/>
          <p:cNvSpPr>
            <a:spLocks noChangeArrowheads="1"/>
          </p:cNvSpPr>
          <p:nvPr/>
        </p:nvSpPr>
        <p:spPr bwMode="auto">
          <a:xfrm>
            <a:off x="6352893" y="3153670"/>
            <a:ext cx="1314736" cy="1117871"/>
          </a:xfrm>
          <a:prstGeom prst="roundRect">
            <a:avLst>
              <a:gd name="adj" fmla="val 1961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+mn-lt"/>
              </a:rPr>
              <a:t>Ad-Hoc Transform</a:t>
            </a:r>
          </a:p>
        </p:txBody>
      </p:sp>
      <p:sp>
        <p:nvSpPr>
          <p:cNvPr id="15370" name="AutoShape 7"/>
          <p:cNvSpPr>
            <a:spLocks noChangeArrowheads="1"/>
          </p:cNvSpPr>
          <p:nvPr/>
        </p:nvSpPr>
        <p:spPr bwMode="auto">
          <a:xfrm>
            <a:off x="5452518" y="3376857"/>
            <a:ext cx="893866" cy="671499"/>
          </a:xfrm>
          <a:prstGeom prst="rightArrow">
            <a:avLst>
              <a:gd name="adj1" fmla="val 42824"/>
              <a:gd name="adj2" fmla="val 5076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raw xml</a:t>
            </a:r>
          </a:p>
        </p:txBody>
      </p:sp>
      <p:sp>
        <p:nvSpPr>
          <p:cNvPr id="15371" name="AutoShape 8"/>
          <p:cNvSpPr>
            <a:spLocks noChangeArrowheads="1"/>
          </p:cNvSpPr>
          <p:nvPr/>
        </p:nvSpPr>
        <p:spPr bwMode="auto">
          <a:xfrm>
            <a:off x="7757675" y="3489421"/>
            <a:ext cx="558423" cy="446372"/>
          </a:xfrm>
          <a:prstGeom prst="rightArrow">
            <a:avLst>
              <a:gd name="adj1" fmla="val 50000"/>
              <a:gd name="adj2" fmla="val 31304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>
              <a:solidFill>
                <a:srgbClr val="3F3F3F"/>
              </a:solidFill>
            </a:endParaRPr>
          </a:p>
        </p:txBody>
      </p:sp>
      <p:sp>
        <p:nvSpPr>
          <p:cNvPr id="15372" name="AutoShape 9"/>
          <p:cNvSpPr>
            <a:spLocks noChangeArrowheads="1"/>
          </p:cNvSpPr>
          <p:nvPr/>
        </p:nvSpPr>
        <p:spPr bwMode="auto">
          <a:xfrm>
            <a:off x="1750343" y="3530990"/>
            <a:ext cx="509887" cy="446372"/>
          </a:xfrm>
          <a:prstGeom prst="rightArrow">
            <a:avLst>
              <a:gd name="adj1" fmla="val 50000"/>
              <a:gd name="adj2" fmla="val 50109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r>
              <a:rPr lang="en-US" altLang="en-US" dirty="0">
                <a:solidFill>
                  <a:srgbClr val="3F3F3F"/>
                </a:solidFill>
              </a:rPr>
              <a:t>pdf</a:t>
            </a:r>
          </a:p>
        </p:txBody>
      </p:sp>
      <p:sp>
        <p:nvSpPr>
          <p:cNvPr id="15373" name="AutoShape 10"/>
          <p:cNvSpPr>
            <a:spLocks noChangeArrowheads="1"/>
          </p:cNvSpPr>
          <p:nvPr/>
        </p:nvSpPr>
        <p:spPr bwMode="auto">
          <a:xfrm>
            <a:off x="8321063" y="3266237"/>
            <a:ext cx="893866" cy="894684"/>
          </a:xfrm>
          <a:prstGeom prst="foldedCorner">
            <a:avLst>
              <a:gd name="adj" fmla="val 12500"/>
            </a:avLst>
          </a:prstGeom>
          <a:solidFill>
            <a:srgbClr val="CCCC0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b="1" dirty="0">
                <a:solidFill>
                  <a:srgbClr val="000000"/>
                </a:solidFill>
                <a:latin typeface="+mn-lt"/>
              </a:rPr>
              <a:t>Format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b="1" dirty="0">
                <a:solidFill>
                  <a:srgbClr val="000000"/>
                </a:solidFill>
                <a:latin typeface="+mn-lt"/>
              </a:rPr>
              <a:t>Spec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b="1" dirty="0">
                <a:solidFill>
                  <a:srgbClr val="000000"/>
                </a:solidFill>
                <a:latin typeface="+mn-lt"/>
              </a:rPr>
              <a:t>.xml</a:t>
            </a:r>
          </a:p>
        </p:txBody>
      </p:sp>
      <p:sp>
        <p:nvSpPr>
          <p:cNvPr id="15374" name="AutoShape 11"/>
          <p:cNvSpPr>
            <a:spLocks noChangeArrowheads="1"/>
          </p:cNvSpPr>
          <p:nvPr/>
        </p:nvSpPr>
        <p:spPr bwMode="auto">
          <a:xfrm>
            <a:off x="10013782" y="3153672"/>
            <a:ext cx="1500123" cy="1117871"/>
          </a:xfrm>
          <a:prstGeom prst="roundRect">
            <a:avLst>
              <a:gd name="adj" fmla="val 1961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+mn-lt"/>
              </a:rPr>
              <a:t>Schema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+mn-lt"/>
              </a:rPr>
              <a:t>Generator</a:t>
            </a:r>
          </a:p>
        </p:txBody>
      </p:sp>
      <p:sp>
        <p:nvSpPr>
          <p:cNvPr id="15375" name="AutoShape 12"/>
          <p:cNvSpPr>
            <a:spLocks noChangeArrowheads="1"/>
          </p:cNvSpPr>
          <p:nvPr/>
        </p:nvSpPr>
        <p:spPr bwMode="auto">
          <a:xfrm>
            <a:off x="4078599" y="1499555"/>
            <a:ext cx="3685982" cy="3061632"/>
          </a:xfrm>
          <a:prstGeom prst="roundRect">
            <a:avLst>
              <a:gd name="adj" fmla="val 5944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>
              <a:solidFill>
                <a:srgbClr val="3F3F3F"/>
              </a:solidFill>
            </a:endParaRPr>
          </a:p>
        </p:txBody>
      </p:sp>
      <p:sp>
        <p:nvSpPr>
          <p:cNvPr id="15376" name="Text Box 13"/>
          <p:cNvSpPr txBox="1">
            <a:spLocks noChangeArrowheads="1"/>
          </p:cNvSpPr>
          <p:nvPr/>
        </p:nvSpPr>
        <p:spPr bwMode="auto">
          <a:xfrm>
            <a:off x="6104822" y="1701024"/>
            <a:ext cx="1196344" cy="6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Spec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Scraper</a:t>
            </a:r>
          </a:p>
        </p:txBody>
      </p:sp>
      <p:sp>
        <p:nvSpPr>
          <p:cNvPr id="15377" name="AutoShape 14"/>
          <p:cNvSpPr>
            <a:spLocks noChangeArrowheads="1"/>
          </p:cNvSpPr>
          <p:nvPr/>
        </p:nvSpPr>
        <p:spPr bwMode="auto">
          <a:xfrm>
            <a:off x="9327388" y="3489421"/>
            <a:ext cx="558423" cy="446372"/>
          </a:xfrm>
          <a:prstGeom prst="rightArrow">
            <a:avLst>
              <a:gd name="adj1" fmla="val 50000"/>
              <a:gd name="adj2" fmla="val 31304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>
              <a:solidFill>
                <a:srgbClr val="3F3F3F"/>
              </a:solidFill>
            </a:endParaRPr>
          </a:p>
        </p:txBody>
      </p:sp>
      <p:sp>
        <p:nvSpPr>
          <p:cNvPr id="15381" name="AutoShape 18"/>
          <p:cNvSpPr>
            <a:spLocks noChangeArrowheads="1"/>
          </p:cNvSpPr>
          <p:nvPr/>
        </p:nvSpPr>
        <p:spPr bwMode="auto">
          <a:xfrm>
            <a:off x="10554754" y="4316476"/>
            <a:ext cx="445963" cy="558935"/>
          </a:xfrm>
          <a:prstGeom prst="downArrow">
            <a:avLst>
              <a:gd name="adj1" fmla="val 49657"/>
              <a:gd name="adj2" fmla="val 55310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en-US" altLang="en-US">
              <a:solidFill>
                <a:srgbClr val="3F3F3F"/>
              </a:solidFill>
            </a:endParaRPr>
          </a:p>
        </p:txBody>
      </p:sp>
      <p:sp>
        <p:nvSpPr>
          <p:cNvPr id="15384" name="AutoShape 21"/>
          <p:cNvSpPr>
            <a:spLocks/>
          </p:cNvSpPr>
          <p:nvPr/>
        </p:nvSpPr>
        <p:spPr bwMode="auto">
          <a:xfrm>
            <a:off x="8879486" y="1534304"/>
            <a:ext cx="2054338" cy="780966"/>
          </a:xfrm>
          <a:prstGeom prst="borderCallout1">
            <a:avLst>
              <a:gd name="adj1" fmla="val 43583"/>
              <a:gd name="adj2" fmla="val -3931"/>
              <a:gd name="adj3" fmla="val 216771"/>
              <a:gd name="adj4" fmla="val -15782"/>
            </a:avLst>
          </a:prstGeom>
          <a:solidFill>
            <a:srgbClr val="FFFFFF"/>
          </a:solidFill>
          <a:ln w="9360">
            <a:solidFill>
              <a:srgbClr val="9999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+mn-lt"/>
              </a:rPr>
              <a:t>Rationalized </a:t>
            </a:r>
          </a:p>
          <a:p>
            <a:pPr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+mn-lt"/>
              </a:rPr>
              <a:t>Machine-Readable</a:t>
            </a:r>
          </a:p>
          <a:p>
            <a:pPr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+mn-lt"/>
              </a:rPr>
              <a:t>XML of Spec Content </a:t>
            </a:r>
          </a:p>
        </p:txBody>
      </p:sp>
      <p:sp>
        <p:nvSpPr>
          <p:cNvPr id="15385" name="AutoShape 22"/>
          <p:cNvSpPr>
            <a:spLocks noChangeArrowheads="1"/>
          </p:cNvSpPr>
          <p:nvPr/>
        </p:nvSpPr>
        <p:spPr bwMode="auto">
          <a:xfrm>
            <a:off x="10443263" y="4969464"/>
            <a:ext cx="893866" cy="894684"/>
          </a:xfrm>
          <a:prstGeom prst="foldedCorner">
            <a:avLst>
              <a:gd name="adj" fmla="val 12500"/>
            </a:avLst>
          </a:prstGeom>
          <a:solidFill>
            <a:srgbClr val="E6E64C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800">
                <a:solidFill>
                  <a:srgbClr val="000000"/>
                </a:solidFill>
                <a:latin typeface="+mn-lt"/>
              </a:rPr>
              <a:t>K00_1_...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800">
                <a:solidFill>
                  <a:srgbClr val="000000"/>
                </a:solidFill>
                <a:latin typeface="+mn-lt"/>
              </a:rPr>
              <a:t>gen..dfdl.xsd</a:t>
            </a:r>
          </a:p>
        </p:txBody>
      </p:sp>
      <p:sp>
        <p:nvSpPr>
          <p:cNvPr id="15386" name="AutoShape 23"/>
          <p:cNvSpPr>
            <a:spLocks noChangeArrowheads="1"/>
          </p:cNvSpPr>
          <p:nvPr/>
        </p:nvSpPr>
        <p:spPr bwMode="auto">
          <a:xfrm>
            <a:off x="10262940" y="5082026"/>
            <a:ext cx="893864" cy="894684"/>
          </a:xfrm>
          <a:prstGeom prst="foldedCorner">
            <a:avLst>
              <a:gd name="adj" fmla="val 12500"/>
            </a:avLst>
          </a:prstGeom>
          <a:solidFill>
            <a:srgbClr val="E6E64C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800">
                <a:solidFill>
                  <a:srgbClr val="000000"/>
                </a:solidFill>
                <a:latin typeface="+mn-lt"/>
              </a:rPr>
              <a:t>K00_1_...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800">
                <a:solidFill>
                  <a:srgbClr val="000000"/>
                </a:solidFill>
                <a:latin typeface="+mn-lt"/>
              </a:rPr>
              <a:t>gen..dfdl.xsd</a:t>
            </a:r>
          </a:p>
        </p:txBody>
      </p:sp>
      <p:sp>
        <p:nvSpPr>
          <p:cNvPr id="15387" name="AutoShape 24"/>
          <p:cNvSpPr>
            <a:spLocks noChangeArrowheads="1"/>
          </p:cNvSpPr>
          <p:nvPr/>
        </p:nvSpPr>
        <p:spPr bwMode="auto">
          <a:xfrm>
            <a:off x="10107822" y="5194591"/>
            <a:ext cx="893864" cy="894684"/>
          </a:xfrm>
          <a:prstGeom prst="foldedCorner">
            <a:avLst>
              <a:gd name="adj" fmla="val 12500"/>
            </a:avLst>
          </a:prstGeom>
          <a:solidFill>
            <a:srgbClr val="E6E64C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FMT_1_...</a:t>
            </a:r>
          </a:p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200" dirty="0" err="1">
                <a:solidFill>
                  <a:srgbClr val="000000"/>
                </a:solidFill>
                <a:latin typeface="+mn-lt"/>
              </a:rPr>
              <a:t>gen..dfdl.xsd</a:t>
            </a:r>
            <a:endParaRPr lang="en-US" altLang="en-US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7" name="AutoShape 21">
            <a:extLst>
              <a:ext uri="{FF2B5EF4-FFF2-40B4-BE49-F238E27FC236}">
                <a16:creationId xmlns:a16="http://schemas.microsoft.com/office/drawing/2014/main" id="{734BDB98-9A72-4A59-9285-84147F618E4D}"/>
              </a:ext>
            </a:extLst>
          </p:cNvPr>
          <p:cNvSpPr>
            <a:spLocks/>
          </p:cNvSpPr>
          <p:nvPr/>
        </p:nvSpPr>
        <p:spPr bwMode="auto">
          <a:xfrm flipH="1">
            <a:off x="6298058" y="5194009"/>
            <a:ext cx="2669652" cy="558935"/>
          </a:xfrm>
          <a:prstGeom prst="borderCallout1">
            <a:avLst>
              <a:gd name="adj1" fmla="val 43583"/>
              <a:gd name="adj2" fmla="val -3931"/>
              <a:gd name="adj3" fmla="val 48158"/>
              <a:gd name="adj4" fmla="val -41683"/>
            </a:avLst>
          </a:prstGeom>
          <a:solidFill>
            <a:srgbClr val="FFFFFF"/>
          </a:solidFill>
          <a:ln w="9360">
            <a:solidFill>
              <a:srgbClr val="9999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+mn-lt"/>
              </a:rPr>
              <a:t>DFDL Schema for the format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0947775E-D29F-6776-0E5D-7BE62B1AB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322" y="3223381"/>
            <a:ext cx="1116846" cy="1061590"/>
          </a:xfrm>
          <a:prstGeom prst="roundRect">
            <a:avLst>
              <a:gd name="adj" fmla="val 19616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Droid Sans Fallback" charset="0"/>
                <a:cs typeface="Droid Sans Fallback" charset="0"/>
              </a:defRPr>
            </a:lvl9pPr>
          </a:lstStyle>
          <a:p>
            <a:pPr algn="ctr" defTabSz="1219170" eaLnBrk="1" hangingPunct="1">
              <a:tabLst>
                <a:tab pos="0" algn="l"/>
                <a:tab pos="609585" algn="l"/>
                <a:tab pos="1219170" algn="l"/>
                <a:tab pos="1828754" algn="l"/>
                <a:tab pos="2438339" algn="l"/>
                <a:tab pos="3047924" algn="l"/>
                <a:tab pos="3657509" algn="l"/>
                <a:tab pos="4267093" algn="l"/>
                <a:tab pos="4876678" algn="l"/>
                <a:tab pos="5486263" algn="l"/>
                <a:tab pos="6095848" algn="l"/>
                <a:tab pos="6705432" algn="l"/>
                <a:tab pos="7315017" algn="l"/>
                <a:tab pos="7924602" algn="l"/>
                <a:tab pos="8534187" algn="l"/>
                <a:tab pos="9143771" algn="l"/>
                <a:tab pos="9753356" algn="l"/>
                <a:tab pos="10362941" algn="l"/>
                <a:tab pos="10972526" algn="l"/>
                <a:tab pos="11582110" algn="l"/>
                <a:tab pos="1219169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+mn-lt"/>
              </a:rPr>
              <a:t>Apache </a:t>
            </a:r>
            <a:r>
              <a:rPr lang="en-US" altLang="en-US" sz="1600" b="1" dirty="0" err="1">
                <a:solidFill>
                  <a:srgbClr val="000000"/>
                </a:solidFill>
                <a:latin typeface="+mn-lt"/>
              </a:rPr>
              <a:t>PDFBox</a:t>
            </a:r>
            <a:endParaRPr lang="en-US" altLang="en-US" sz="16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53C0C678-991E-FBE9-E361-70949F9BC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063" y="3517562"/>
            <a:ext cx="826427" cy="446372"/>
          </a:xfrm>
          <a:prstGeom prst="rightArrow">
            <a:avLst>
              <a:gd name="adj1" fmla="val 50000"/>
              <a:gd name="adj2" fmla="val 50109"/>
            </a:avLst>
          </a:prstGeom>
          <a:solidFill>
            <a:srgbClr val="C0C0C0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r>
              <a:rPr lang="en-US" altLang="en-US" dirty="0">
                <a:solidFill>
                  <a:srgbClr val="3F3F3F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056446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ffodil-DFDL-Template.pptx" id="{AEAA4738-33A3-4C82-A6B7-BB73C2C23E30}" vid="{79552CB8-BE4D-4D39-BC3E-F4ABDC2286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25</TotalTime>
  <Words>226</Words>
  <Application>Microsoft Office PowerPoint</Application>
  <PresentationFormat>Widescreen</PresentationFormat>
  <Paragraphs>75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Wingdings</vt:lpstr>
      <vt:lpstr>Arial</vt:lpstr>
      <vt:lpstr>Noto Sans</vt:lpstr>
      <vt:lpstr>Owl Tresys</vt:lpstr>
      <vt:lpstr>DFDL Schema Generation</vt:lpstr>
      <vt:lpstr>Coping with Large Data Format Specs</vt:lpstr>
      <vt:lpstr>Generate DFDL Schemas From Format-Spec Databases</vt:lpstr>
      <vt:lpstr>Coping with Large Data Format Specs</vt:lpstr>
      <vt:lpstr>How to Scrape a Format Spec Doc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2025-11-19T22:53:27Z</dcterms:created>
  <dcterms:modified xsi:type="dcterms:W3CDTF">2025-11-24T20:22:48Z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