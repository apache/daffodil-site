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688" r:id="rId5"/>
    <p:sldId id="691" r:id="rId6"/>
    <p:sldId id="692" r:id="rId7"/>
    <p:sldId id="693" r:id="rId8"/>
    <p:sldId id="694" r:id="rId9"/>
    <p:sldId id="705" r:id="rId10"/>
    <p:sldId id="706" r:id="rId11"/>
  </p:sldIdLst>
  <p:sldSz cx="12192000" cy="6858000"/>
  <p:notesSz cx="6858000" cy="9144000"/>
  <p:embeddedFontLst>
    <p:embeddedFont>
      <p:font typeface="Noto Mono" panose="020B0604020202020204" charset="0"/>
      <p:regular r:id="rId14"/>
    </p:embeddedFont>
    <p:embeddedFont>
      <p:font typeface="Noto Sans" panose="020B050204050402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B61E61-8FB2-CE41-73A2-D18C7201AEBA}" name="Beckerle, Mike" initials="MB" userId="S::mbeckerle@owlcyberdefense.com::41155a9a-513c-4288-9ceb-5c90f574ab21" providerId="AD"/>
  <p188:author id="{244309C5-15C3-A979-A70C-136C3B0AC25A}" name="Sood, Harinder" initials="SH" userId="S::hsood@owlcyberdefense.com::0ec8c5c7-03d2-48d0-9195-1c9ef9f6da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16315A"/>
    <a:srgbClr val="0D203D"/>
    <a:srgbClr val="E6E7E8"/>
    <a:srgbClr val="0D2035"/>
    <a:srgbClr val="0D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FDAA93-FA51-4DCF-A7EC-63E4FA5A2AAE}" v="4" dt="2025-11-19T13:58:17.9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84" autoAdjust="0"/>
    <p:restoredTop sz="92597" autoAdjust="0"/>
  </p:normalViewPr>
  <p:slideViewPr>
    <p:cSldViewPr snapToGrid="0" snapToObjects="1">
      <p:cViewPr varScale="1">
        <p:scale>
          <a:sx n="93" d="100"/>
          <a:sy n="93" d="100"/>
        </p:scale>
        <p:origin x="134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>
      <p:cViewPr varScale="1">
        <p:scale>
          <a:sx n="79" d="100"/>
          <a:sy n="79" d="100"/>
        </p:scale>
        <p:origin x="402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ckerle, Mike" userId="41155a9a-513c-4288-9ceb-5c90f574ab21" providerId="ADAL" clId="{93EA92E5-423E-4026-A29C-DC3240D7B59D}"/>
    <pc:docChg chg="undo redo custSel addSld delSld modSld delSection modSection">
      <pc:chgData name="Beckerle, Mike" userId="41155a9a-513c-4288-9ceb-5c90f574ab21" providerId="ADAL" clId="{93EA92E5-423E-4026-A29C-DC3240D7B59D}" dt="2025-11-19T13:58:39.180" v="118" actId="20577"/>
      <pc:docMkLst>
        <pc:docMk/>
      </pc:docMkLst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4087151920" sldId="258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41756896" sldId="263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718717029" sldId="264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176637510" sldId="26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375273304" sldId="270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4080519583" sldId="271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355982658" sldId="272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18464152" sldId="273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575755468" sldId="274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303961711" sldId="275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524715914" sldId="276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594005422" sldId="277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891615425" sldId="278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683304568" sldId="27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309933039" sldId="280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528247420" sldId="281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006718843" sldId="283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382483041" sldId="285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623200966" sldId="286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4008293612" sldId="287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63230302" sldId="288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219107834" sldId="28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4154307703" sldId="290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183828299" sldId="291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383248369" sldId="304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374062021" sldId="305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765572153" sldId="312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121541263" sldId="313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494404896" sldId="314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623093990" sldId="315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798796161" sldId="31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0" sldId="325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896169314" sldId="331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44238812" sldId="332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742649903" sldId="333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462638624" sldId="352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497707263" sldId="354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569962432" sldId="360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063661680" sldId="362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027880310" sldId="37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0" sldId="380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5711934" sldId="401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376039687" sldId="408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983188726" sldId="40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876526650" sldId="411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4264688377" sldId="412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773554346" sldId="414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325173713" sldId="415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0" sldId="418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0" sldId="41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166681359" sldId="420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617384912" sldId="421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084897485" sldId="435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952276187" sldId="58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511392692" sldId="642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462501634" sldId="646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632414841" sldId="647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19437137" sldId="648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255134754" sldId="64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818042966" sldId="650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941024740" sldId="651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636211874" sldId="652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589414721" sldId="653"/>
        </pc:sldMkLst>
      </pc:sldChg>
      <pc:sldChg chg="add del">
        <pc:chgData name="Beckerle, Mike" userId="41155a9a-513c-4288-9ceb-5c90f574ab21" providerId="ADAL" clId="{93EA92E5-423E-4026-A29C-DC3240D7B59D}" dt="2025-11-19T13:57:54.406" v="107" actId="47"/>
        <pc:sldMkLst>
          <pc:docMk/>
          <pc:sldMk cId="2076813666" sldId="678"/>
        </pc:sldMkLst>
      </pc:sldChg>
      <pc:sldChg chg="modSp add del mod">
        <pc:chgData name="Beckerle, Mike" userId="41155a9a-513c-4288-9ceb-5c90f574ab21" providerId="ADAL" clId="{93EA92E5-423E-4026-A29C-DC3240D7B59D}" dt="2025-11-19T13:57:54.406" v="107" actId="47"/>
        <pc:sldMkLst>
          <pc:docMk/>
          <pc:sldMk cId="1738767488" sldId="679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1738767488" sldId="679"/>
            <ac:spMk id="6" creationId="{88A19733-0FBF-4035-0A66-27A0CB334A6D}"/>
          </ac:spMkLst>
        </pc:spChg>
        <pc:spChg chg="mod">
          <ac:chgData name="Beckerle, Mike" userId="41155a9a-513c-4288-9ceb-5c90f574ab21" providerId="ADAL" clId="{93EA92E5-423E-4026-A29C-DC3240D7B59D}" dt="2025-11-19T13:54:41.188" v="105" actId="14100"/>
          <ac:spMkLst>
            <pc:docMk/>
            <pc:sldMk cId="1738767488" sldId="679"/>
            <ac:spMk id="7" creationId="{586DD7F3-D5C5-64C4-986C-CB8E9AD72517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57:54.406" v="107" actId="47"/>
        <pc:sldMkLst>
          <pc:docMk/>
          <pc:sldMk cId="739616997" sldId="680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739616997" sldId="680"/>
            <ac:spMk id="6" creationId="{88A19733-0FBF-4035-0A66-27A0CB334A6D}"/>
          </ac:spMkLst>
        </pc:spChg>
        <pc:spChg chg="mod">
          <ac:chgData name="Beckerle, Mike" userId="41155a9a-513c-4288-9ceb-5c90f574ab21" providerId="ADAL" clId="{93EA92E5-423E-4026-A29C-DC3240D7B59D}" dt="2025-11-19T13:54:54.515" v="106" actId="14100"/>
          <ac:spMkLst>
            <pc:docMk/>
            <pc:sldMk cId="739616997" sldId="680"/>
            <ac:spMk id="7" creationId="{586DD7F3-D5C5-64C4-986C-CB8E9AD72517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57:54.406" v="107" actId="47"/>
        <pc:sldMkLst>
          <pc:docMk/>
          <pc:sldMk cId="3822403366" sldId="681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3822403366" sldId="681"/>
            <ac:spMk id="7" creationId="{C02D8E40-62AC-A6E9-4A6E-A7790B61F603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57:54.406" v="107" actId="47"/>
        <pc:sldMkLst>
          <pc:docMk/>
          <pc:sldMk cId="1070422939" sldId="682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1070422939" sldId="682"/>
            <ac:spMk id="6" creationId="{88A19733-0FBF-4035-0A66-27A0CB334A6D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57:54.406" v="107" actId="47"/>
        <pc:sldMkLst>
          <pc:docMk/>
          <pc:sldMk cId="2929142988" sldId="683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2929142988" sldId="683"/>
            <ac:spMk id="7" creationId="{C02D8E40-62AC-A6E9-4A6E-A7790B61F603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57:54.406" v="107" actId="47"/>
        <pc:sldMkLst>
          <pc:docMk/>
          <pc:sldMk cId="3233718103" sldId="684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3233718103" sldId="684"/>
            <ac:spMk id="6" creationId="{31F8F998-7E79-40A5-A0C2-CB8B33B36FD1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57:54.406" v="107" actId="47"/>
        <pc:sldMkLst>
          <pc:docMk/>
          <pc:sldMk cId="4289599251" sldId="685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4289599251" sldId="685"/>
            <ac:spMk id="7" creationId="{C02D8E40-62AC-A6E9-4A6E-A7790B61F603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57:54.406" v="107" actId="47"/>
        <pc:sldMkLst>
          <pc:docMk/>
          <pc:sldMk cId="848548615" sldId="686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848548615" sldId="686"/>
            <ac:spMk id="7" creationId="{C02D8E40-62AC-A6E9-4A6E-A7790B61F603}"/>
          </ac:spMkLst>
        </pc:spChg>
      </pc:sldChg>
      <pc:sldChg chg="add del">
        <pc:chgData name="Beckerle, Mike" userId="41155a9a-513c-4288-9ceb-5c90f574ab21" providerId="ADAL" clId="{93EA92E5-423E-4026-A29C-DC3240D7B59D}" dt="2025-11-19T13:57:54.406" v="107" actId="47"/>
        <pc:sldMkLst>
          <pc:docMk/>
          <pc:sldMk cId="1045210239" sldId="687"/>
        </pc:sldMkLst>
      </pc:sldChg>
      <pc:sldChg chg="add del">
        <pc:chgData name="Beckerle, Mike" userId="41155a9a-513c-4288-9ceb-5c90f574ab21" providerId="ADAL" clId="{93EA92E5-423E-4026-A29C-DC3240D7B59D}" dt="2025-11-19T13:58:17.971" v="108"/>
        <pc:sldMkLst>
          <pc:docMk/>
          <pc:sldMk cId="1015352574" sldId="688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4262771937" sldId="689"/>
        </pc:sldMkLst>
      </pc:sldChg>
      <pc:sldChg chg="modSp add del mod">
        <pc:chgData name="Beckerle, Mike" userId="41155a9a-513c-4288-9ceb-5c90f574ab21" providerId="ADAL" clId="{93EA92E5-423E-4026-A29C-DC3240D7B59D}" dt="2025-11-19T13:57:54.406" v="107" actId="47"/>
        <pc:sldMkLst>
          <pc:docMk/>
          <pc:sldMk cId="1846706429" sldId="690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1846706429" sldId="690"/>
            <ac:spMk id="7" creationId="{C02D8E40-62AC-A6E9-4A6E-A7790B61F603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58:18.051" v="109" actId="27636"/>
        <pc:sldMkLst>
          <pc:docMk/>
          <pc:sldMk cId="3353847969" sldId="691"/>
        </pc:sldMkLst>
        <pc:spChg chg="mod">
          <ac:chgData name="Beckerle, Mike" userId="41155a9a-513c-4288-9ceb-5c90f574ab21" providerId="ADAL" clId="{93EA92E5-423E-4026-A29C-DC3240D7B59D}" dt="2025-11-19T13:58:18.051" v="109" actId="27636"/>
          <ac:spMkLst>
            <pc:docMk/>
            <pc:sldMk cId="3353847969" sldId="691"/>
            <ac:spMk id="7" creationId="{6697A60B-E271-3F85-D864-34027C49011F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58:18.056" v="110" actId="27636"/>
        <pc:sldMkLst>
          <pc:docMk/>
          <pc:sldMk cId="1811338136" sldId="692"/>
        </pc:sldMkLst>
        <pc:spChg chg="mod">
          <ac:chgData name="Beckerle, Mike" userId="41155a9a-513c-4288-9ceb-5c90f574ab21" providerId="ADAL" clId="{93EA92E5-423E-4026-A29C-DC3240D7B59D}" dt="2025-11-19T13:58:18.056" v="110" actId="27636"/>
          <ac:spMkLst>
            <pc:docMk/>
            <pc:sldMk cId="1811338136" sldId="692"/>
            <ac:spMk id="7" creationId="{6697A60B-E271-3F85-D864-34027C49011F}"/>
          </ac:spMkLst>
        </pc:spChg>
      </pc:sldChg>
      <pc:sldChg chg="add del">
        <pc:chgData name="Beckerle, Mike" userId="41155a9a-513c-4288-9ceb-5c90f574ab21" providerId="ADAL" clId="{93EA92E5-423E-4026-A29C-DC3240D7B59D}" dt="2025-11-19T13:58:17.971" v="108"/>
        <pc:sldMkLst>
          <pc:docMk/>
          <pc:sldMk cId="4118899515" sldId="693"/>
        </pc:sldMkLst>
      </pc:sldChg>
      <pc:sldChg chg="modSp add del mod">
        <pc:chgData name="Beckerle, Mike" userId="41155a9a-513c-4288-9ceb-5c90f574ab21" providerId="ADAL" clId="{93EA92E5-423E-4026-A29C-DC3240D7B59D}" dt="2025-11-19T13:58:18.060" v="111" actId="27636"/>
        <pc:sldMkLst>
          <pc:docMk/>
          <pc:sldMk cId="4249528946" sldId="694"/>
        </pc:sldMkLst>
        <pc:spChg chg="mod">
          <ac:chgData name="Beckerle, Mike" userId="41155a9a-513c-4288-9ceb-5c90f574ab21" providerId="ADAL" clId="{93EA92E5-423E-4026-A29C-DC3240D7B59D}" dt="2025-11-19T13:58:18.060" v="111" actId="27636"/>
          <ac:spMkLst>
            <pc:docMk/>
            <pc:sldMk cId="4249528946" sldId="694"/>
            <ac:spMk id="6" creationId="{6E843B3A-A841-D0F5-15E7-B75FC640F797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57:54.406" v="107" actId="47"/>
        <pc:sldMkLst>
          <pc:docMk/>
          <pc:sldMk cId="4263591225" sldId="700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4263591225" sldId="700"/>
            <ac:spMk id="7" creationId="{C02D8E40-62AC-A6E9-4A6E-A7790B61F603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57:54.406" v="107" actId="47"/>
        <pc:sldMkLst>
          <pc:docMk/>
          <pc:sldMk cId="3369103685" sldId="701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3369103685" sldId="701"/>
            <ac:spMk id="7" creationId="{C02D8E40-62AC-A6E9-4A6E-A7790B61F603}"/>
          </ac:spMkLst>
        </pc:spChg>
      </pc:sldChg>
      <pc:sldChg chg="add del">
        <pc:chgData name="Beckerle, Mike" userId="41155a9a-513c-4288-9ceb-5c90f574ab21" providerId="ADAL" clId="{93EA92E5-423E-4026-A29C-DC3240D7B59D}" dt="2025-11-19T13:58:17.971" v="108"/>
        <pc:sldMkLst>
          <pc:docMk/>
          <pc:sldMk cId="2042002574" sldId="705"/>
        </pc:sldMkLst>
      </pc:sldChg>
      <pc:sldChg chg="modSp add del mod">
        <pc:chgData name="Beckerle, Mike" userId="41155a9a-513c-4288-9ceb-5c90f574ab21" providerId="ADAL" clId="{93EA92E5-423E-4026-A29C-DC3240D7B59D}" dt="2025-11-19T13:58:39.180" v="118" actId="20577"/>
        <pc:sldMkLst>
          <pc:docMk/>
          <pc:sldMk cId="1679911288" sldId="706"/>
        </pc:sldMkLst>
        <pc:spChg chg="mod">
          <ac:chgData name="Beckerle, Mike" userId="41155a9a-513c-4288-9ceb-5c90f574ab21" providerId="ADAL" clId="{93EA92E5-423E-4026-A29C-DC3240D7B59D}" dt="2025-11-19T13:58:39.180" v="118" actId="20577"/>
          <ac:spMkLst>
            <pc:docMk/>
            <pc:sldMk cId="1679911288" sldId="706"/>
            <ac:spMk id="6" creationId="{6E843B3A-A841-D0F5-15E7-B75FC640F797}"/>
          </ac:spMkLst>
        </pc:spChg>
        <pc:spChg chg="mod">
          <ac:chgData name="Beckerle, Mike" userId="41155a9a-513c-4288-9ceb-5c90f574ab21" providerId="ADAL" clId="{93EA92E5-423E-4026-A29C-DC3240D7B59D}" dt="2025-11-19T13:58:18.073" v="112" actId="27636"/>
          <ac:spMkLst>
            <pc:docMk/>
            <pc:sldMk cId="1679911288" sldId="706"/>
            <ac:spMk id="10" creationId="{E71D2986-CE49-6FF0-342E-05C21394F8E9}"/>
          </ac:spMkLst>
        </pc:spChg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93025175" sldId="711"/>
        </pc:sldMkLst>
      </pc:sldChg>
      <pc:sldChg chg="modSp add del mod">
        <pc:chgData name="Beckerle, Mike" userId="41155a9a-513c-4288-9ceb-5c90f574ab21" providerId="ADAL" clId="{93EA92E5-423E-4026-A29C-DC3240D7B59D}" dt="2025-11-19T13:57:54.406" v="107" actId="47"/>
        <pc:sldMkLst>
          <pc:docMk/>
          <pc:sldMk cId="2097226461" sldId="722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2097226461" sldId="722"/>
            <ac:spMk id="4" creationId="{458BBFA7-E1D3-3EC5-88A0-885EF9F604BB}"/>
          </ac:spMkLst>
        </pc:spChg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2097226461" sldId="722"/>
            <ac:spMk id="6" creationId="{31F8F998-7E79-40A5-A0C2-CB8B33B36FD1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57:54.406" v="107" actId="47"/>
        <pc:sldMkLst>
          <pc:docMk/>
          <pc:sldMk cId="3687969129" sldId="723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3687969129" sldId="723"/>
            <ac:spMk id="5" creationId="{0E306B1A-EB5C-63E7-DFFF-9095CC87EFDC}"/>
          </ac:spMkLst>
        </pc:spChg>
        <pc:spChg chg="mod">
          <ac:chgData name="Beckerle, Mike" userId="41155a9a-513c-4288-9ceb-5c90f574ab21" providerId="ADAL" clId="{93EA92E5-423E-4026-A29C-DC3240D7B59D}" dt="2025-11-19T13:52:08.345" v="96" actId="27636"/>
          <ac:spMkLst>
            <pc:docMk/>
            <pc:sldMk cId="3687969129" sldId="723"/>
            <ac:spMk id="6" creationId="{2F88AF1D-6B13-D720-166C-D145F013672E}"/>
          </ac:spMkLst>
        </pc:spChg>
        <pc:spChg chg="mod">
          <ac:chgData name="Beckerle, Mike" userId="41155a9a-513c-4288-9ceb-5c90f574ab21" providerId="ADAL" clId="{93EA92E5-423E-4026-A29C-DC3240D7B59D}" dt="2025-11-19T13:52:41.663" v="101" actId="14100"/>
          <ac:spMkLst>
            <pc:docMk/>
            <pc:sldMk cId="3687969129" sldId="723"/>
            <ac:spMk id="7" creationId="{0F1CB9EA-3897-4154-DCB5-59FCE8CAC498}"/>
          </ac:spMkLst>
        </pc:spChg>
        <pc:spChg chg="mod">
          <ac:chgData name="Beckerle, Mike" userId="41155a9a-513c-4288-9ceb-5c90f574ab21" providerId="ADAL" clId="{93EA92E5-423E-4026-A29C-DC3240D7B59D}" dt="2025-11-19T13:52:31.208" v="99" actId="14100"/>
          <ac:spMkLst>
            <pc:docMk/>
            <pc:sldMk cId="3687969129" sldId="723"/>
            <ac:spMk id="8" creationId="{7463E43C-4D28-8A22-006B-6361DCDFE3E5}"/>
          </ac:spMkLst>
        </pc:spChg>
        <pc:spChg chg="mod">
          <ac:chgData name="Beckerle, Mike" userId="41155a9a-513c-4288-9ceb-5c90f574ab21" providerId="ADAL" clId="{93EA92E5-423E-4026-A29C-DC3240D7B59D}" dt="2025-11-19T13:52:55.503" v="103" actId="14100"/>
          <ac:spMkLst>
            <pc:docMk/>
            <pc:sldMk cId="3687969129" sldId="723"/>
            <ac:spMk id="9" creationId="{F8230AAB-EC1B-DFD8-F287-E67DA360CD21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57:54.406" v="107" actId="47"/>
        <pc:sldMkLst>
          <pc:docMk/>
          <pc:sldMk cId="700850256" sldId="724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700850256" sldId="724"/>
            <ac:spMk id="5" creationId="{8AB63970-5ABD-6656-6AF8-E05FB77B4C9E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57:54.406" v="107" actId="47"/>
        <pc:sldMkLst>
          <pc:docMk/>
          <pc:sldMk cId="2078117700" sldId="726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2078117700" sldId="726"/>
            <ac:spMk id="5" creationId="{53C9DA7F-5D8A-A8D6-E498-E39B8EECACBF}"/>
          </ac:spMkLst>
        </pc:spChg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571084022" sldId="783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053925350" sldId="785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597642307" sldId="786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032767446" sldId="787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0" sldId="788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0" sldId="78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497120881" sldId="790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067871209" sldId="791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573492169" sldId="827"/>
        </pc:sldMkLst>
      </pc:sldChg>
      <pc:sldMasterChg chg="delSldLayout">
        <pc:chgData name="Beckerle, Mike" userId="41155a9a-513c-4288-9ceb-5c90f574ab21" providerId="ADAL" clId="{93EA92E5-423E-4026-A29C-DC3240D7B59D}" dt="2025-11-19T13:57:54.406" v="107" actId="47"/>
        <pc:sldMasterMkLst>
          <pc:docMk/>
          <pc:sldMasterMk cId="1196855914" sldId="2147483660"/>
        </pc:sldMasterMkLst>
        <pc:sldLayoutChg chg="del">
          <pc:chgData name="Beckerle, Mike" userId="41155a9a-513c-4288-9ceb-5c90f574ab21" providerId="ADAL" clId="{93EA92E5-423E-4026-A29C-DC3240D7B59D}" dt="2025-11-19T13:44:44.706" v="0" actId="47"/>
          <pc:sldLayoutMkLst>
            <pc:docMk/>
            <pc:sldMasterMk cId="1196855914" sldId="2147483660"/>
            <pc:sldLayoutMk cId="2499323582" sldId="2147483661"/>
          </pc:sldLayoutMkLst>
        </pc:sldLayoutChg>
        <pc:sldLayoutChg chg="del">
          <pc:chgData name="Beckerle, Mike" userId="41155a9a-513c-4288-9ceb-5c90f574ab21" providerId="ADAL" clId="{93EA92E5-423E-4026-A29C-DC3240D7B59D}" dt="2025-11-19T13:44:44.706" v="0" actId="47"/>
          <pc:sldLayoutMkLst>
            <pc:docMk/>
            <pc:sldMasterMk cId="1196855914" sldId="2147483660"/>
            <pc:sldLayoutMk cId="2121903207" sldId="2147483667"/>
          </pc:sldLayoutMkLst>
        </pc:sldLayoutChg>
        <pc:sldLayoutChg chg="del">
          <pc:chgData name="Beckerle, Mike" userId="41155a9a-513c-4288-9ceb-5c90f574ab21" providerId="ADAL" clId="{93EA92E5-423E-4026-A29C-DC3240D7B59D}" dt="2025-11-19T13:44:44.706" v="0" actId="47"/>
          <pc:sldLayoutMkLst>
            <pc:docMk/>
            <pc:sldMasterMk cId="1196855914" sldId="2147483660"/>
            <pc:sldLayoutMk cId="4167206000" sldId="2147483669"/>
          </pc:sldLayoutMkLst>
        </pc:sldLayoutChg>
        <pc:sldLayoutChg chg="del">
          <pc:chgData name="Beckerle, Mike" userId="41155a9a-513c-4288-9ceb-5c90f574ab21" providerId="ADAL" clId="{93EA92E5-423E-4026-A29C-DC3240D7B59D}" dt="2025-11-19T13:44:44.706" v="0" actId="47"/>
          <pc:sldLayoutMkLst>
            <pc:docMk/>
            <pc:sldMasterMk cId="1196855914" sldId="2147483660"/>
            <pc:sldLayoutMk cId="1362180090" sldId="2147483670"/>
          </pc:sldLayoutMkLst>
        </pc:sldLayoutChg>
        <pc:sldLayoutChg chg="del">
          <pc:chgData name="Beckerle, Mike" userId="41155a9a-513c-4288-9ceb-5c90f574ab21" providerId="ADAL" clId="{93EA92E5-423E-4026-A29C-DC3240D7B59D}" dt="2025-11-19T13:57:54.406" v="107" actId="47"/>
          <pc:sldLayoutMkLst>
            <pc:docMk/>
            <pc:sldMasterMk cId="1196855914" sldId="2147483660"/>
            <pc:sldLayoutMk cId="3416083298" sldId="2147483672"/>
          </pc:sldLayoutMkLst>
        </pc:sldLayoutChg>
        <pc:sldLayoutChg chg="del">
          <pc:chgData name="Beckerle, Mike" userId="41155a9a-513c-4288-9ceb-5c90f574ab21" providerId="ADAL" clId="{93EA92E5-423E-4026-A29C-DC3240D7B59D}" dt="2025-11-19T13:44:44.706" v="0" actId="47"/>
          <pc:sldLayoutMkLst>
            <pc:docMk/>
            <pc:sldMasterMk cId="1196855914" sldId="2147483660"/>
            <pc:sldLayoutMk cId="1665797064" sldId="2147483673"/>
          </pc:sldLayoutMkLst>
        </pc:sldLayoutChg>
        <pc:sldLayoutChg chg="del">
          <pc:chgData name="Beckerle, Mike" userId="41155a9a-513c-4288-9ceb-5c90f574ab21" providerId="ADAL" clId="{93EA92E5-423E-4026-A29C-DC3240D7B59D}" dt="2025-11-19T13:57:54.406" v="107" actId="47"/>
          <pc:sldLayoutMkLst>
            <pc:docMk/>
            <pc:sldMasterMk cId="1196855914" sldId="2147483660"/>
            <pc:sldLayoutMk cId="3840194230" sldId="2147483673"/>
          </pc:sldLayoutMkLst>
        </pc:sldLayoutChg>
        <pc:sldLayoutChg chg="del">
          <pc:chgData name="Beckerle, Mike" userId="41155a9a-513c-4288-9ceb-5c90f574ab21" providerId="ADAL" clId="{93EA92E5-423E-4026-A29C-DC3240D7B59D}" dt="2025-11-19T13:44:44.706" v="0" actId="47"/>
          <pc:sldLayoutMkLst>
            <pc:docMk/>
            <pc:sldMasterMk cId="1196855914" sldId="2147483660"/>
            <pc:sldLayoutMk cId="2335916673" sldId="2147483674"/>
          </pc:sldLayoutMkLst>
        </pc:sldLayoutChg>
        <pc:sldLayoutChg chg="del">
          <pc:chgData name="Beckerle, Mike" userId="41155a9a-513c-4288-9ceb-5c90f574ab21" providerId="ADAL" clId="{93EA92E5-423E-4026-A29C-DC3240D7B59D}" dt="2025-11-19T13:57:54.406" v="107" actId="47"/>
          <pc:sldLayoutMkLst>
            <pc:docMk/>
            <pc:sldMasterMk cId="1196855914" sldId="2147483660"/>
            <pc:sldLayoutMk cId="4181850061" sldId="2147483674"/>
          </pc:sldLayoutMkLst>
        </pc:sldLayoutChg>
        <pc:sldLayoutChg chg="del">
          <pc:chgData name="Beckerle, Mike" userId="41155a9a-513c-4288-9ceb-5c90f574ab21" providerId="ADAL" clId="{93EA92E5-423E-4026-A29C-DC3240D7B59D}" dt="2025-11-19T13:44:44.706" v="0" actId="47"/>
          <pc:sldLayoutMkLst>
            <pc:docMk/>
            <pc:sldMasterMk cId="1196855914" sldId="2147483660"/>
            <pc:sldLayoutMk cId="204992284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250A63-030B-4438-BE70-50EDBC0866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974D0-9B26-43B7-8963-F4122ECD15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6C127-A84A-41C1-BFB1-ED6D88031FE2}" type="datetimeFigureOut">
              <a:rPr lang="en-US" smtClean="0">
                <a:latin typeface="Noto Sans" panose="020B0502040504020204" pitchFamily="34" charset="0"/>
              </a:rPr>
              <a:t>11/19/2025</a:t>
            </a:fld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AB04E-AA39-4BDF-9C11-00567415CA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39012-E7C3-4A01-A659-BF6A28F591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20852-FEC4-42AD-B3FE-D542A75F8A1A}" type="slidenum">
              <a:rPr lang="en-US" smtClean="0">
                <a:latin typeface="Noto Sans" panose="020B0502040504020204" pitchFamily="34" charset="0"/>
              </a:rPr>
              <a:t>‹#›</a:t>
            </a:fld>
            <a:endParaRPr lang="en-US" dirty="0">
              <a:latin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077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104331F3-F512-0241-93B1-4EC568B308ED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CF152513-84CE-DE4C-84E6-0C1BDA4E2D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4725" y="124414"/>
            <a:ext cx="9516291" cy="72031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6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841" y="3510982"/>
            <a:ext cx="11024443" cy="1362075"/>
          </a:xfrm>
        </p:spPr>
        <p:txBody>
          <a:bodyPr anchor="t"/>
          <a:lstStyle>
            <a:lvl1pPr algn="l">
              <a:defRPr sz="4400" b="1" cap="none" baseline="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841" y="1861475"/>
            <a:ext cx="11024443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52B43C3D-016E-5389-7E03-7293EAD36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4704" y="6363123"/>
            <a:ext cx="540234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286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4DFD781-4AB8-73B9-F713-FE43379C3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4704" y="6363123"/>
            <a:ext cx="540234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328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457189" indent="-457189">
              <a:buFont typeface="Wingdings" panose="05000000000000000000" pitchFamily="2" charset="2"/>
              <a:buChar char="§"/>
              <a:defRPr sz="3733">
                <a:solidFill>
                  <a:schemeClr val="tx2"/>
                </a:solidFill>
                <a:latin typeface="+mj-lt"/>
              </a:defRPr>
            </a:lvl1pPr>
            <a:lvl2pPr marL="990575" indent="-380990">
              <a:buFont typeface="Arial" panose="020B0604020202020204" pitchFamily="34" charset="0"/>
              <a:buChar char="•"/>
              <a:defRPr sz="3200">
                <a:solidFill>
                  <a:schemeClr val="accent6">
                    <a:lumMod val="75000"/>
                  </a:schemeClr>
                </a:solidFill>
                <a:latin typeface="+mj-lt"/>
              </a:defRPr>
            </a:lvl2pPr>
            <a:lvl3pPr marL="1523962" indent="-304792">
              <a:buFont typeface="Wingdings" panose="05000000000000000000" pitchFamily="2" charset="2"/>
              <a:buChar char="§"/>
              <a:defRPr sz="2667">
                <a:solidFill>
                  <a:schemeClr val="accent1">
                    <a:lumMod val="50000"/>
                  </a:schemeClr>
                </a:solidFill>
                <a:latin typeface="+mj-lt"/>
              </a:defRPr>
            </a:lvl3pPr>
            <a:lvl4pPr>
              <a:defRPr sz="2400">
                <a:solidFill>
                  <a:schemeClr val="accent2"/>
                </a:solidFill>
                <a:latin typeface="+mj-lt"/>
              </a:defRPr>
            </a:lvl4pPr>
            <a:lvl5pPr>
              <a:defRPr sz="2133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91A1CF5-98D0-4A9C-B65D-129B98756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3" y="162289"/>
            <a:ext cx="11732313" cy="563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FBD975AF-DE76-8633-79A2-2CEC8A1BF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4704" y="6363123"/>
            <a:ext cx="540234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5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pache.org/licenses/LICENSE-2.0" TargetMode="External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09BB2-F79A-234D-8E9E-E1D20496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60" y="140254"/>
            <a:ext cx="9772131" cy="733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D83F1-A007-0E40-9860-7C73664E5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560" y="1404303"/>
            <a:ext cx="11365800" cy="4639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A2C13-ADE4-454D-A0F2-F3883FD2D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2206" y="6376580"/>
            <a:ext cx="781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</a:defRPr>
            </a:lvl1pPr>
          </a:lstStyle>
          <a:p>
            <a:fld id="{E86E9A59-3F40-F444-BD0F-26E6D063A5F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AI-generated content may be incorrect.">
            <a:extLst>
              <a:ext uri="{FF2B5EF4-FFF2-40B4-BE49-F238E27FC236}">
                <a16:creationId xmlns:a16="http://schemas.microsoft.com/office/drawing/2014/main" id="{D476FC69-7F9A-14CE-4937-48E3A8F81D3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83925" y="6290557"/>
            <a:ext cx="930276" cy="488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002571-4629-40DC-3401-F80007F4B32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134600" y="140254"/>
            <a:ext cx="1868263" cy="3518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25BEF2-EF2E-E5C3-C2A5-00069AB7BBB3}"/>
              </a:ext>
            </a:extLst>
          </p:cNvPr>
          <p:cNvSpPr txBox="1"/>
          <p:nvPr userDrawn="1"/>
        </p:nvSpPr>
        <p:spPr>
          <a:xfrm>
            <a:off x="1175161" y="6382408"/>
            <a:ext cx="2704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Copyright © 2025 The Apache Software Foundation, </a:t>
            </a:r>
          </a:p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Licensed under the </a:t>
            </a:r>
            <a:r>
              <a:rPr lang="en-US" sz="800" u="sng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8"/>
              </a:rPr>
              <a:t>Apache License, Version 2.0</a:t>
            </a:r>
            <a:endParaRPr lang="en-US" sz="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5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Noto Sans" panose="020B05020405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8DBF5-2E4C-0CF4-7230-9BB4E6E04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XML Schema (XSD)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B954-AE00-E32E-832D-4CDCE78F6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XML Schema Description Language (XSD or XSDL)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8C456E-08D9-D9E2-4BEF-48A3B30A7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352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843B3A-A841-D0F5-15E7-B75FC640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Formal Grammars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97A60B-E271-3F85-D864-34027C49011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7375" y="1066800"/>
            <a:ext cx="11604625" cy="128877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When we describe languages we use a grammar</a:t>
            </a:r>
          </a:p>
          <a:p>
            <a:r>
              <a:rPr lang="en-US" dirty="0"/>
              <a:t>Typically use a Backus-Naur Form (BNF) Grammar</a:t>
            </a:r>
          </a:p>
          <a:p>
            <a:r>
              <a:rPr lang="en-US" dirty="0"/>
              <a:t>Ex: US Postal Address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F543EC-E3C4-26E7-E130-052DA49CC039}"/>
              </a:ext>
            </a:extLst>
          </p:cNvPr>
          <p:cNvSpPr txBox="1"/>
          <p:nvPr/>
        </p:nvSpPr>
        <p:spPr>
          <a:xfrm>
            <a:off x="317729" y="3147060"/>
            <a:ext cx="13569803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postal-address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+mj-lt"/>
              </a:rPr>
              <a:t>::=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name-part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street-address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zip-part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</a:p>
          <a:p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name-part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+mj-lt"/>
              </a:rPr>
              <a:t>::=</a:t>
            </a:r>
            <a:r>
              <a:rPr lang="en-US" altLang="en-US" sz="2400" dirty="0">
                <a:solidFill>
                  <a:srgbClr val="000000"/>
                </a:solidFill>
                <a:latin typeface="+mj-lt"/>
              </a:rPr>
              <a:t> 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personal-part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last-name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opt-suffix-part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EOL</a:t>
            </a:r>
            <a:endParaRPr lang="en-US" altLang="en-US" sz="24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  <a:ea typeface="Courier New" panose="02070309020205020404" pitchFamily="49" charset="0"/>
            </a:endParaRPr>
          </a:p>
          <a:p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personal-part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+mj-lt"/>
              </a:rPr>
              <a:t>::=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first-name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|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initial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"." </a:t>
            </a:r>
          </a:p>
          <a:p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street-address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+mj-lt"/>
              </a:rPr>
              <a:t>::=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house-num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street-name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opt-apt-num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EOL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</a:p>
          <a:p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zip-part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+mj-lt"/>
              </a:rPr>
              <a:t>::=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town-name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","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state-code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ZIP-code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EOL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</a:p>
          <a:p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opt-suffix-part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+mj-lt"/>
              </a:rPr>
              <a:t>::=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"Sr." | "Jr." |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roman-numeral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| "" </a:t>
            </a:r>
          </a:p>
          <a:p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opt-apt-num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+mj-lt"/>
              </a:rPr>
              <a:t>::=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apt-num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| ""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951079A-5019-EDB3-8E65-F9F17A5FC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9467E3-EBA6-1031-EB74-2BF3A0F3C5AC}"/>
              </a:ext>
            </a:extLst>
          </p:cNvPr>
          <p:cNvSpPr txBox="1"/>
          <p:nvPr/>
        </p:nvSpPr>
        <p:spPr>
          <a:xfrm>
            <a:off x="8736082" y="1893909"/>
            <a:ext cx="312681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John Doe IV</a:t>
            </a:r>
          </a:p>
          <a:p>
            <a:r>
              <a:rPr lang="en-US" dirty="0"/>
              <a:t>8840 Stanford Blvd Ste 200</a:t>
            </a:r>
          </a:p>
          <a:p>
            <a:r>
              <a:rPr lang="en-US" dirty="0"/>
              <a:t>Columbia MD 12345</a:t>
            </a:r>
          </a:p>
        </p:txBody>
      </p:sp>
    </p:spTree>
    <p:extLst>
      <p:ext uri="{BB962C8B-B14F-4D97-AF65-F5344CB8AC3E}">
        <p14:creationId xmlns:p14="http://schemas.microsoft.com/office/powerpoint/2010/main" val="3353847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843B3A-A841-D0F5-15E7-B75FC640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Schema is a Formal Grammar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97A60B-E271-3F85-D864-34027C49011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7375" y="1066800"/>
            <a:ext cx="11604625" cy="120870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Grammar of an XML document</a:t>
            </a:r>
          </a:p>
          <a:p>
            <a:r>
              <a:rPr lang="en-US" dirty="0"/>
              <a:t>In a very verbose notation</a:t>
            </a:r>
          </a:p>
          <a:p>
            <a:r>
              <a:rPr lang="en-US" dirty="0"/>
              <a:t>Assumes XML document is well-formed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F543EC-E3C4-26E7-E130-052DA49CC039}"/>
              </a:ext>
            </a:extLst>
          </p:cNvPr>
          <p:cNvSpPr txBox="1"/>
          <p:nvPr/>
        </p:nvSpPr>
        <p:spPr>
          <a:xfrm>
            <a:off x="587375" y="2391987"/>
            <a:ext cx="8864342" cy="412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postal-address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+mj-lt"/>
              </a:rPr>
              <a:t>::=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name-part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street-address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zip-part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951079A-5019-EDB3-8E65-F9F17A5FC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234D7E-BA74-51A3-786C-6758D66602D3}"/>
              </a:ext>
            </a:extLst>
          </p:cNvPr>
          <p:cNvSpPr txBox="1"/>
          <p:nvPr/>
        </p:nvSpPr>
        <p:spPr>
          <a:xfrm>
            <a:off x="587375" y="3077507"/>
            <a:ext cx="7352646" cy="313932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&lt;element name="postal-address"&gt;</a:t>
            </a:r>
          </a:p>
          <a:p>
            <a:r>
              <a:rPr lang="en-US" altLang="en-US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 &lt;</a:t>
            </a:r>
            <a:r>
              <a:rPr lang="en-US" altLang="en-US" dirty="0" err="1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complexType</a:t>
            </a:r>
            <a:r>
              <a:rPr lang="en-US" altLang="en-US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r>
              <a:rPr lang="en-US" altLang="en-US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  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 &lt;sequence&gt;</a:t>
            </a:r>
            <a:endParaRPr lang="en-US" altLang="en-US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Noto Mono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r>
              <a:rPr lang="en-US" altLang="en-US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     &lt;group ref="name-part"/&gt;</a:t>
            </a:r>
          </a:p>
          <a:p>
            <a:r>
              <a:rPr lang="en-US" altLang="en-US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    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&lt;element </a:t>
            </a:r>
            <a:endParaRPr lang="en-US" altLang="en-US" dirty="0">
              <a:solidFill>
                <a:srgbClr val="0000FF"/>
              </a:solidFill>
              <a:latin typeface="Noto Mono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r>
              <a:rPr lang="en-US" altLang="en-US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        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name="street-address"</a:t>
            </a:r>
            <a:r>
              <a:rPr lang="en-US" altLang="en-US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</a:t>
            </a:r>
            <a:endParaRPr lang="en-US">
              <a:solidFill>
                <a:srgbClr val="000000"/>
              </a:solidFill>
              <a:latin typeface="Noto Mono"/>
              <a:ea typeface="Noto Sans"/>
              <a:cs typeface="Noto Mono" panose="020B0609030804020204" pitchFamily="49" charset="0"/>
            </a:endParaRPr>
          </a:p>
          <a:p>
            <a:r>
              <a:rPr lang="en-US" altLang="en-US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        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type="street-address-type"/&gt;</a:t>
            </a:r>
            <a:endParaRPr lang="en-US" dirty="0">
              <a:ea typeface="Noto Sans"/>
            </a:endParaRPr>
          </a:p>
          <a:p>
            <a:r>
              <a:rPr lang="en-US" altLang="en-US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    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&lt;group ref="zip-part"/&gt;</a:t>
            </a:r>
            <a:endParaRPr lang="en-US" altLang="en-US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Noto Mono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r>
              <a:rPr lang="en-US" altLang="en-US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   &lt;/sequence&gt;</a:t>
            </a:r>
          </a:p>
          <a:p>
            <a:r>
              <a:rPr lang="en-US" altLang="en-US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 &lt;/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complexType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  <a:endParaRPr lang="en-US" altLang="en-US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Noto Mono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r>
              <a:rPr lang="en-US" altLang="en-US" dirty="0">
                <a:solidFill>
                  <a:srgbClr val="0000FF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&lt;/element&gt;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010249-ABD4-FE9F-5607-67A9DD22A622}"/>
              </a:ext>
            </a:extLst>
          </p:cNvPr>
          <p:cNvSpPr txBox="1"/>
          <p:nvPr/>
        </p:nvSpPr>
        <p:spPr>
          <a:xfrm>
            <a:off x="7226588" y="3071679"/>
            <a:ext cx="4771066" cy="3405068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&lt;postal-address&gt;</a:t>
            </a:r>
          </a:p>
          <a:p>
            <a:r>
              <a:rPr lang="en-US" sz="1400" b="1" dirty="0">
                <a:latin typeface="Courier New"/>
                <a:cs typeface="Courier New"/>
              </a:rPr>
              <a:t>  &lt;first-name&gt;John&lt;/first-name&gt;</a:t>
            </a:r>
          </a:p>
          <a:p>
            <a:r>
              <a:rPr lang="en-US" sz="1400" b="1" dirty="0">
                <a:latin typeface="Courier New"/>
                <a:cs typeface="Courier New"/>
              </a:rPr>
              <a:t>  &lt;last-name&gt;Doe&lt;/last-name&gt;</a:t>
            </a:r>
          </a:p>
          <a:p>
            <a:r>
              <a:rPr lang="en-US" sz="1400" b="1" dirty="0">
                <a:latin typeface="Courier New"/>
                <a:cs typeface="Courier New"/>
              </a:rPr>
              <a:t>  &lt;name-suffix&gt;IV&lt;/name-suffix&gt;</a:t>
            </a:r>
          </a:p>
          <a:p>
            <a:r>
              <a:rPr lang="en-US" sz="1400" b="1" dirty="0">
                <a:latin typeface="Courier New"/>
                <a:cs typeface="Courier New"/>
              </a:rPr>
              <a:t>  &lt;street-address&gt;</a:t>
            </a:r>
          </a:p>
          <a:p>
            <a:r>
              <a:rPr lang="en-US" sz="1400" b="1" dirty="0">
                <a:latin typeface="Courier New"/>
                <a:cs typeface="Courier New"/>
              </a:rPr>
              <a:t>    &lt;street&gt;</a:t>
            </a:r>
          </a:p>
          <a:p>
            <a:r>
              <a:rPr lang="en-US" sz="1400" b="1">
                <a:latin typeface="Courier New"/>
                <a:cs typeface="Courier New"/>
              </a:rPr>
              <a:t>      8840 Stanford Blvd</a:t>
            </a:r>
            <a:endParaRPr lang="en-US">
              <a:latin typeface="Noto Sans"/>
              <a:ea typeface="Noto Sans"/>
              <a:cs typeface="Courier New"/>
            </a:endParaRPr>
          </a:p>
          <a:p>
            <a:r>
              <a:rPr lang="en-US" sz="1400" b="1" dirty="0">
                <a:latin typeface="Courier New"/>
                <a:cs typeface="Courier New"/>
              </a:rPr>
              <a:t>    &lt;/street&gt;</a:t>
            </a:r>
            <a:endParaRPr lang="en-US" dirty="0">
              <a:ea typeface="Noto Sans"/>
            </a:endParaRPr>
          </a:p>
          <a:p>
            <a:r>
              <a:rPr lang="en-US" sz="1400" b="1" dirty="0">
                <a:latin typeface="Courier New"/>
                <a:cs typeface="Courier New"/>
              </a:rPr>
              <a:t>    &lt;apt-num&gt;Ste 200&lt;apt-num&gt;</a:t>
            </a:r>
          </a:p>
          <a:p>
            <a:r>
              <a:rPr lang="en-US" sz="1400" b="1" dirty="0">
                <a:latin typeface="Courier New"/>
                <a:cs typeface="Courier New"/>
              </a:rPr>
              <a:t>    &lt;city&gt;Columbia&lt;/city&gt;</a:t>
            </a:r>
          </a:p>
          <a:p>
            <a:r>
              <a:rPr lang="en-US" sz="1400" b="1" dirty="0">
                <a:latin typeface="Courier New"/>
                <a:cs typeface="Courier New"/>
              </a:rPr>
              <a:t>    &lt;state&gt;MD&lt;/state&gt;</a:t>
            </a:r>
          </a:p>
          <a:p>
            <a:r>
              <a:rPr lang="en-US" sz="1400" b="1" dirty="0">
                <a:latin typeface="Courier New"/>
                <a:cs typeface="Courier New"/>
              </a:rPr>
              <a:t>  &lt;/street-address&gt;</a:t>
            </a:r>
          </a:p>
          <a:p>
            <a:r>
              <a:rPr lang="en-US" sz="1400" b="1" dirty="0">
                <a:latin typeface="Courier New"/>
                <a:cs typeface="Courier New"/>
              </a:rPr>
              <a:t>  &lt;</a:t>
            </a:r>
            <a:r>
              <a:rPr lang="en-US" sz="1400" b="1" dirty="0" err="1">
                <a:latin typeface="Courier New"/>
                <a:cs typeface="Courier New"/>
              </a:rPr>
              <a:t>zipcode</a:t>
            </a:r>
            <a:r>
              <a:rPr lang="en-US" sz="1400" b="1" dirty="0">
                <a:latin typeface="Courier New"/>
                <a:cs typeface="Courier New"/>
              </a:rPr>
              <a:t>&gt;12345&lt;/</a:t>
            </a:r>
            <a:r>
              <a:rPr lang="en-US" sz="1400" b="1" dirty="0" err="1">
                <a:latin typeface="Courier New"/>
                <a:cs typeface="Courier New"/>
              </a:rPr>
              <a:t>zipcode</a:t>
            </a:r>
            <a:r>
              <a:rPr lang="en-US" sz="1400" b="1" dirty="0">
                <a:latin typeface="Courier New"/>
                <a:cs typeface="Courier New"/>
              </a:rPr>
              <a:t>&gt;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&lt;/postal-address&gt;</a:t>
            </a:r>
          </a:p>
        </p:txBody>
      </p:sp>
    </p:spTree>
    <p:extLst>
      <p:ext uri="{BB962C8B-B14F-4D97-AF65-F5344CB8AC3E}">
        <p14:creationId xmlns:p14="http://schemas.microsoft.com/office/powerpoint/2010/main" val="1811338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843B3A-A841-D0F5-15E7-B75FC640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Schema as a Formal Grammar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F543EC-E3C4-26E7-E130-052DA49CC039}"/>
              </a:ext>
            </a:extLst>
          </p:cNvPr>
          <p:cNvSpPr txBox="1"/>
          <p:nvPr/>
        </p:nvSpPr>
        <p:spPr>
          <a:xfrm>
            <a:off x="954714" y="942250"/>
            <a:ext cx="1074896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personal-part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+mj-lt"/>
              </a:rPr>
              <a:t>::=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8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first-name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|</a:t>
            </a:r>
            <a:r>
              <a:rPr lang="en-US" altLang="en-US" sz="2800" dirty="0">
                <a:solidFill>
                  <a:srgbClr val="000000"/>
                </a:solidFill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8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initial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"."</a:t>
            </a:r>
            <a:endParaRPr lang="en-US" sz="2800" dirty="0">
              <a:latin typeface="+mj-lt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951079A-5019-EDB3-8E65-F9F17A5FC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C4DD66-E6FC-15C2-E29F-DB7494C9D585}"/>
              </a:ext>
            </a:extLst>
          </p:cNvPr>
          <p:cNvSpPr txBox="1"/>
          <p:nvPr/>
        </p:nvSpPr>
        <p:spPr>
          <a:xfrm>
            <a:off x="954714" y="1596086"/>
            <a:ext cx="8107008" cy="50167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&lt;group name="personal-part"&gt;</a:t>
            </a:r>
          </a:p>
          <a:p>
            <a:r>
              <a:rPr lang="en-US" altLang="en-US" sz="2000" b="1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 &lt;choice&gt;</a:t>
            </a:r>
          </a:p>
          <a:p>
            <a:r>
              <a:rPr lang="en-US" altLang="en-US" sz="2000" b="1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   &lt;element name="first-name" type="</a:t>
            </a:r>
            <a:r>
              <a:rPr lang="en-US" altLang="en-US" sz="2000" b="1" err="1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xs:string</a:t>
            </a:r>
            <a:r>
              <a:rPr lang="en-US" altLang="en-US" sz="2000" b="1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"/&gt;</a:t>
            </a:r>
          </a:p>
          <a:p>
            <a:endParaRPr lang="en-US" altLang="en-US" sz="2000" b="1" dirty="0">
              <a:solidFill>
                <a:srgbClr val="0000FF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r>
              <a:rPr lang="en-US" altLang="en-US" sz="2000" b="1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   &lt;element name="initial"&gt;</a:t>
            </a:r>
          </a:p>
          <a:p>
            <a:r>
              <a:rPr lang="en-US" altLang="en-US" sz="2000" b="1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     &lt;</a:t>
            </a:r>
            <a:r>
              <a:rPr lang="en-US" altLang="en-US" sz="2000" b="1" dirty="0" err="1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simpleType</a:t>
            </a:r>
            <a:r>
              <a:rPr lang="en-US" altLang="en-US" sz="2000" b="1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r>
              <a:rPr lang="en-US" altLang="en-US" sz="2000" b="1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       &lt;restriction base="</a:t>
            </a:r>
            <a:r>
              <a:rPr lang="en-US" altLang="en-US" sz="2000" b="1" dirty="0" err="1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xs:string</a:t>
            </a:r>
            <a:r>
              <a:rPr lang="en-US" altLang="en-US" sz="2000" b="1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"&gt;</a:t>
            </a:r>
          </a:p>
          <a:p>
            <a:r>
              <a:rPr lang="en-US" altLang="en-US" sz="2000" b="1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         &lt;pattern value="[A-Z]\."/&gt;</a:t>
            </a:r>
          </a:p>
          <a:p>
            <a:r>
              <a:rPr lang="en-US" altLang="en-US" sz="2000" b="1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       &lt;/restriction&gt;</a:t>
            </a:r>
          </a:p>
          <a:p>
            <a:r>
              <a:rPr lang="en-US" altLang="en-US" sz="2000" b="1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     &lt;/</a:t>
            </a:r>
            <a:r>
              <a:rPr lang="en-US" altLang="en-US" sz="2000" b="1" dirty="0" err="1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simpleType</a:t>
            </a:r>
            <a:r>
              <a:rPr lang="en-US" altLang="en-US" sz="2000" b="1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r>
              <a:rPr lang="en-US" altLang="en-US" sz="2000" b="1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   &lt;/element&gt;</a:t>
            </a:r>
          </a:p>
          <a:p>
            <a:endParaRPr lang="en-US" altLang="en-US" sz="2000" b="1" dirty="0">
              <a:solidFill>
                <a:srgbClr val="0000FF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r>
              <a:rPr lang="en-US" altLang="en-US" sz="2000" b="1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 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&lt;/choice&gt;</a:t>
            </a:r>
            <a:endParaRPr lang="en-US" altLang="en-US" sz="20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Noto Mono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r>
              <a:rPr lang="en-US" altLang="en-US" sz="2000" b="1" dirty="0">
                <a:solidFill>
                  <a:srgbClr val="0000FF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&lt;/group&gt;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endParaRPr lang="en-US" sz="2000" b="1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899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C3D1E2-74C5-DB3B-6916-FF822393A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An XML Schema is a collection of </a:t>
            </a:r>
            <a:r>
              <a:rPr lang="en-US" i="1" dirty="0"/>
              <a:t>Defining Forms</a:t>
            </a:r>
          </a:p>
          <a:p>
            <a:endParaRPr lang="en-US" dirty="0"/>
          </a:p>
          <a:p>
            <a:r>
              <a:rPr lang="en-US" dirty="0"/>
              <a:t>Element</a:t>
            </a:r>
          </a:p>
          <a:p>
            <a:pPr lvl="1"/>
            <a:r>
              <a:rPr lang="en-US" dirty="0"/>
              <a:t>always named, can be </a:t>
            </a:r>
            <a:r>
              <a:rPr lang="en-US" i="1" dirty="0" err="1"/>
              <a:t>nillable</a:t>
            </a:r>
            <a:endParaRPr lang="en-US" i="1" dirty="0"/>
          </a:p>
          <a:p>
            <a:r>
              <a:rPr lang="en-US" dirty="0" err="1"/>
              <a:t>SimpleType</a:t>
            </a:r>
            <a:r>
              <a:rPr lang="en-US" dirty="0"/>
              <a:t> - int, </a:t>
            </a:r>
            <a:r>
              <a:rPr lang="en-US" dirty="0" err="1"/>
              <a:t>boolean</a:t>
            </a:r>
            <a:r>
              <a:rPr lang="en-US" dirty="0"/>
              <a:t>, string, float, date, time, etc.</a:t>
            </a:r>
          </a:p>
          <a:p>
            <a:pPr lvl="1"/>
            <a:r>
              <a:rPr lang="en-US" dirty="0"/>
              <a:t>named or anonymous (inline)</a:t>
            </a:r>
          </a:p>
          <a:p>
            <a:r>
              <a:rPr lang="en-US" dirty="0" err="1"/>
              <a:t>ComplexType</a:t>
            </a:r>
            <a:r>
              <a:rPr lang="en-US" dirty="0"/>
              <a:t> - contains child elements</a:t>
            </a:r>
          </a:p>
          <a:p>
            <a:pPr lvl="1"/>
            <a:r>
              <a:rPr lang="en-US" dirty="0"/>
              <a:t>named or anonymous (inline)</a:t>
            </a:r>
          </a:p>
          <a:p>
            <a:r>
              <a:rPr lang="en-US" dirty="0"/>
              <a:t>Group</a:t>
            </a:r>
          </a:p>
          <a:p>
            <a:pPr lvl="1"/>
            <a:r>
              <a:rPr lang="en-US" dirty="0"/>
              <a:t>named for reuse or anonymous (inline)</a:t>
            </a:r>
          </a:p>
          <a:p>
            <a:pPr lvl="1"/>
            <a:r>
              <a:rPr lang="en-US" dirty="0"/>
              <a:t>Sequence</a:t>
            </a:r>
          </a:p>
          <a:p>
            <a:pPr lvl="1"/>
            <a:r>
              <a:rPr lang="en-US" dirty="0"/>
              <a:t>Choice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E843B3A-A841-D0F5-15E7-B75FC640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XML Schema Defining Forms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951079A-5019-EDB3-8E65-F9F17A5FC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D6BD9-1230-E85D-AA65-9C0A618BCC02}"/>
              </a:ext>
            </a:extLst>
          </p:cNvPr>
          <p:cNvSpPr txBox="1"/>
          <p:nvPr/>
        </p:nvSpPr>
        <p:spPr>
          <a:xfrm>
            <a:off x="8010144" y="1636776"/>
            <a:ext cx="399500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XSD Terminology: </a:t>
            </a:r>
          </a:p>
          <a:p>
            <a:r>
              <a:rPr lang="en-US" dirty="0"/>
              <a:t>Elements have </a:t>
            </a:r>
            <a:r>
              <a:rPr lang="en-US" i="1" dirty="0"/>
              <a:t>declarations</a:t>
            </a:r>
            <a:r>
              <a:rPr lang="en-US" dirty="0"/>
              <a:t>. </a:t>
            </a:r>
          </a:p>
          <a:p>
            <a:r>
              <a:rPr lang="en-US" dirty="0"/>
              <a:t>Types and Groups have </a:t>
            </a:r>
            <a:r>
              <a:rPr lang="en-US" i="1" dirty="0"/>
              <a:t>definitions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9528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843B3A-A841-D0F5-15E7-B75FC640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Schema (XSD) is Verbose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F543EC-E3C4-26E7-E130-052DA49CC039}"/>
              </a:ext>
            </a:extLst>
          </p:cNvPr>
          <p:cNvSpPr txBox="1"/>
          <p:nvPr/>
        </p:nvSpPr>
        <p:spPr>
          <a:xfrm>
            <a:off x="371975" y="830680"/>
            <a:ext cx="114480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i="0" u="none" strike="noStrike" cap="none" normalizeH="0" baseline="0" dirty="0">
                <a:ln>
                  <a:noFill/>
                </a:ln>
                <a:effectLst/>
                <a:latin typeface="+mj-lt"/>
                <a:ea typeface="Courier New" panose="02070309020205020404" pitchFamily="49" charset="0"/>
              </a:rPr>
              <a:t>Compare this BNF:</a:t>
            </a:r>
          </a:p>
          <a:p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	personal-part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+mj-lt"/>
              </a:rPr>
              <a:t>::=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8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first-name</a:t>
            </a:r>
            <a:r>
              <a:rPr kumimoji="0" lang="en-US" altLang="en-US" sz="28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j-lt"/>
                <a:ea typeface="Courier New" panose="02070309020205020404" pitchFamily="49" charset="0"/>
              </a:rPr>
              <a:t>| </a:t>
            </a:r>
            <a:r>
              <a:rPr kumimoji="0" lang="en-US" altLang="en-US" sz="28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initial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"."</a:t>
            </a:r>
          </a:p>
          <a:p>
            <a:endParaRPr lang="en-US" sz="2800" dirty="0">
              <a:solidFill>
                <a:srgbClr val="000000"/>
              </a:solidFill>
              <a:latin typeface="+mj-lt"/>
            </a:endParaRPr>
          </a:p>
          <a:p>
            <a:r>
              <a:rPr lang="en-US" sz="2800" dirty="0">
                <a:solidFill>
                  <a:srgbClr val="000000"/>
                </a:solidFill>
                <a:latin typeface="+mj-lt"/>
              </a:rPr>
              <a:t>To this XSD:</a:t>
            </a:r>
            <a:endParaRPr lang="en-US" sz="2800" dirty="0">
              <a:latin typeface="+mj-lt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951079A-5019-EDB3-8E65-F9F17A5FC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C4DD66-E6FC-15C2-E29F-DB7494C9D585}"/>
              </a:ext>
            </a:extLst>
          </p:cNvPr>
          <p:cNvSpPr txBox="1"/>
          <p:nvPr/>
        </p:nvSpPr>
        <p:spPr>
          <a:xfrm>
            <a:off x="2797123" y="2228294"/>
            <a:ext cx="780792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&lt;group name="personal-part"&gt;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&lt;choice&gt;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    &lt;element </a:t>
            </a:r>
            <a:r>
              <a:rPr lang="en-US" altLang="en-US" b="1" dirty="0">
                <a:solidFill>
                  <a:srgbClr val="0000FF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name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="first-name" type="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xs:string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    &lt;element name="initial"&gt;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simpleType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        &lt;restriction base="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xs:string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          &lt;pattern value="[A-Z]\."/&gt;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        &lt;/restriction&gt;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      &lt;/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simpleType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    &lt;/element&gt;</a:t>
            </a:r>
          </a:p>
          <a:p>
            <a:endParaRPr lang="en-US" altLang="en-US" b="1" dirty="0">
              <a:solidFill>
                <a:srgbClr val="0000FF"/>
              </a:solidFill>
              <a:latin typeface="Courier New" panose="02070309020205020404" pitchFamily="49" charset="0"/>
              <a:ea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&lt;/choice&gt;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&lt;/group&gt;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42002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71D2986-CE49-6FF0-342E-05C21394F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44207"/>
            <a:ext cx="11605067" cy="5035385"/>
          </a:xfrm>
        </p:spPr>
        <p:txBody>
          <a:bodyPr vert="horz" lIns="91440" tIns="45720" rIns="91440" bIns="45720" rtlCol="0" anchor="t">
            <a:normAutofit fontScale="40000" lnSpcReduction="20000"/>
          </a:bodyPr>
          <a:lstStyle/>
          <a:p>
            <a:pPr marL="456565" indent="-456565"/>
            <a:r>
              <a:rPr lang="en-US" sz="5900" i="1" u="sng" dirty="0"/>
              <a:t>Standardized Annotation Syntax</a:t>
            </a:r>
            <a:endParaRPr lang="en-US"/>
          </a:p>
          <a:p>
            <a:pPr marL="989965" lvl="1" indent="-380365"/>
            <a:r>
              <a:rPr lang="en-US" dirty="0"/>
              <a:t>non-native attributes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 err="1"/>
              <a:t>appinfo</a:t>
            </a:r>
            <a:r>
              <a:rPr lang="en-US" dirty="0"/>
              <a:t> annotations</a:t>
            </a:r>
            <a:endParaRPr lang="en-US" dirty="0">
              <a:ea typeface="Noto Sans"/>
            </a:endParaRPr>
          </a:p>
          <a:p>
            <a:pPr marL="456565" indent="-456565"/>
            <a:endParaRPr lang="en-US" dirty="0">
              <a:ea typeface="Noto Sans"/>
            </a:endParaRPr>
          </a:p>
          <a:p>
            <a:pPr marL="456565" indent="-456565"/>
            <a:r>
              <a:rPr lang="en-US" dirty="0"/>
              <a:t>Every part of the XML Schema has these. Consider:</a:t>
            </a:r>
            <a:endParaRPr lang="en-US" dirty="0">
              <a:ea typeface="Noto Sans"/>
            </a:endParaRPr>
          </a:p>
          <a:p>
            <a:pPr marL="456565" indent="-456565"/>
            <a:endParaRPr lang="en-US" dirty="0">
              <a:ea typeface="Noto Sans"/>
            </a:endParaRPr>
          </a:p>
          <a:p>
            <a:pPr marL="456565" indent="-456565"/>
            <a:endParaRPr lang="en-US" dirty="0">
              <a:ea typeface="Noto Sans"/>
            </a:endParaRPr>
          </a:p>
          <a:p>
            <a:pPr marL="456565" indent="-456565"/>
            <a:endParaRPr lang="en-US" dirty="0">
              <a:ea typeface="Noto Sans"/>
            </a:endParaRPr>
          </a:p>
          <a:p>
            <a:pPr marL="456565" indent="-456565"/>
            <a:endParaRPr lang="en-US" dirty="0">
              <a:ea typeface="Noto Sans"/>
            </a:endParaRPr>
          </a:p>
          <a:p>
            <a:pPr marL="456565" indent="-456565"/>
            <a:endParaRPr lang="en-US" dirty="0">
              <a:ea typeface="Noto Sans"/>
            </a:endParaRPr>
          </a:p>
          <a:p>
            <a:pPr marL="456565" indent="-456565"/>
            <a:endParaRPr lang="en-US" dirty="0">
              <a:ea typeface="Noto Sans"/>
            </a:endParaRPr>
          </a:p>
          <a:p>
            <a:pPr marL="456565" indent="-456565"/>
            <a:endParaRPr lang="en-US" dirty="0">
              <a:ea typeface="Noto Sans"/>
            </a:endParaRPr>
          </a:p>
          <a:p>
            <a:pPr marL="456565" indent="-456565"/>
            <a:endParaRPr lang="en-US" dirty="0">
              <a:ea typeface="Noto Sans"/>
            </a:endParaRPr>
          </a:p>
          <a:p>
            <a:pPr marL="456565" indent="-456565"/>
            <a:endParaRPr lang="en-US" dirty="0">
              <a:ea typeface="Noto Sans"/>
            </a:endParaRPr>
          </a:p>
          <a:p>
            <a:pPr marL="456565" indent="-456565"/>
            <a:endParaRPr lang="en-US" dirty="0">
              <a:ea typeface="Noto Sans"/>
            </a:endParaRPr>
          </a:p>
          <a:p>
            <a:pPr marL="456565" indent="-456565"/>
            <a:endParaRPr lang="en-US" dirty="0">
              <a:ea typeface="Noto Sans"/>
            </a:endParaRPr>
          </a:p>
          <a:p>
            <a:pPr marL="456565" indent="-456565"/>
            <a:r>
              <a:rPr lang="en-US" sz="3700" dirty="0"/>
              <a:t>BNF provides no place to hang annotations. It is too dense. No flexibility. </a:t>
            </a:r>
            <a:endParaRPr lang="en-US" sz="3700" dirty="0">
              <a:ea typeface="Noto Sans"/>
            </a:endParaRPr>
          </a:p>
          <a:p>
            <a:pPr marL="456565" indent="-456565"/>
            <a:endParaRPr lang="en-US" dirty="0">
              <a:ea typeface="Noto Sans"/>
            </a:endParaRPr>
          </a:p>
          <a:p>
            <a:pPr marL="456565" indent="-456565"/>
            <a:endParaRPr lang="en-US" dirty="0">
              <a:ea typeface="Noto Sans"/>
            </a:endParaRPr>
          </a:p>
          <a:p>
            <a:pPr marL="456565" indent="-456565"/>
            <a:endParaRPr lang="en-US" dirty="0">
              <a:ea typeface="Noto Sans"/>
            </a:endParaRPr>
          </a:p>
          <a:p>
            <a:pPr marL="456565" indent="-456565"/>
            <a:endParaRPr lang="en-US" dirty="0">
              <a:ea typeface="Noto San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E843B3A-A841-D0F5-15E7-B75FC640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XSD is Verbose for One Very Good Reason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951079A-5019-EDB3-8E65-F9F17A5FC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C4DD66-E6FC-15C2-E29F-DB7494C9D585}"/>
              </a:ext>
            </a:extLst>
          </p:cNvPr>
          <p:cNvSpPr txBox="1"/>
          <p:nvPr/>
        </p:nvSpPr>
        <p:spPr>
          <a:xfrm>
            <a:off x="2809560" y="2209065"/>
            <a:ext cx="7481819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&lt;group name="personal-part"&gt;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  &lt;choice </a:t>
            </a:r>
            <a:r>
              <a:rPr lang="en-US" altLang="en-US" b="1" err="1">
                <a:solidFill>
                  <a:srgbClr val="0000FF"/>
                </a:solidFill>
                <a:highlight>
                  <a:srgbClr val="FFCCFF"/>
                </a:highlight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dfdl:choiceLengthKind</a:t>
            </a:r>
            <a:r>
              <a:rPr lang="en-US" altLang="en-US" b="1" dirty="0">
                <a:solidFill>
                  <a:srgbClr val="0000FF"/>
                </a:solidFill>
                <a:highlight>
                  <a:srgbClr val="FFCCFF"/>
                </a:highlight>
                <a:latin typeface="Noto Mono"/>
                <a:ea typeface="Noto Mono" panose="020B0609030804020204" pitchFamily="49" charset="0"/>
                <a:cs typeface="Noto Mono" panose="020B0609030804020204" pitchFamily="49" charset="0"/>
              </a:rPr>
              <a:t>='implicit'&gt;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</a:t>
            </a:r>
            <a:r>
              <a:rPr lang="en-US" altLang="en-US" b="1" dirty="0">
                <a:solidFill>
                  <a:srgbClr val="0000FF"/>
                </a:solidFill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&lt;annotation&gt;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</a:t>
            </a:r>
            <a:r>
              <a:rPr lang="en-US" altLang="en-US" b="1" dirty="0">
                <a:solidFill>
                  <a:srgbClr val="0000FF"/>
                </a:solidFill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</a:t>
            </a:r>
            <a:r>
              <a:rPr lang="en-US" altLang="en-US" b="1" dirty="0" err="1">
                <a:solidFill>
                  <a:srgbClr val="0000FF"/>
                </a:solidFill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appinfo</a:t>
            </a:r>
            <a:r>
              <a:rPr lang="en-US" altLang="en-US" b="1" dirty="0">
                <a:solidFill>
                  <a:srgbClr val="0000FF"/>
                </a:solidFill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source="http://www.ogf.org/dfdl/"&gt;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  </a:t>
            </a:r>
            <a:r>
              <a:rPr lang="en-US" altLang="en-US" b="1" dirty="0">
                <a:solidFill>
                  <a:srgbClr val="0000FF"/>
                </a:solidFill>
                <a:highlight>
                  <a:srgbClr val="FFCCFF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</a:t>
            </a:r>
            <a:r>
              <a:rPr lang="en-US" altLang="en-US" b="1" dirty="0" err="1">
                <a:solidFill>
                  <a:srgbClr val="0000FF"/>
                </a:solidFill>
                <a:highlight>
                  <a:srgbClr val="FFCCFF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dfdl:choice</a:t>
            </a:r>
            <a:r>
              <a:rPr lang="en-US" altLang="en-US" b="1" dirty="0">
                <a:solidFill>
                  <a:srgbClr val="0000FF"/>
                </a:solidFill>
                <a:highlight>
                  <a:srgbClr val="FFCCFF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choiceDispatchKey='{ 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  </a:t>
            </a:r>
            <a:r>
              <a:rPr lang="en-US" altLang="en-US" b="1" dirty="0">
                <a:solidFill>
                  <a:srgbClr val="0000FF"/>
                </a:solidFill>
                <a:highlight>
                  <a:srgbClr val="FFCCFF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.... 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  </a:t>
            </a:r>
            <a:r>
              <a:rPr lang="en-US" altLang="en-US" b="1" dirty="0">
                <a:solidFill>
                  <a:srgbClr val="0000FF"/>
                </a:solidFill>
                <a:highlight>
                  <a:srgbClr val="FFCCFF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}'/&gt;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</a:t>
            </a:r>
            <a:r>
              <a:rPr lang="en-US" altLang="en-US" b="1" dirty="0">
                <a:solidFill>
                  <a:srgbClr val="0000FF"/>
                </a:solidFill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&lt;/</a:t>
            </a:r>
            <a:r>
              <a:rPr lang="en-US" altLang="en-US" b="1" dirty="0" err="1">
                <a:solidFill>
                  <a:srgbClr val="0000FF"/>
                </a:solidFill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appinfo</a:t>
            </a:r>
            <a:r>
              <a:rPr lang="en-US" altLang="en-US" b="1" dirty="0">
                <a:solidFill>
                  <a:srgbClr val="0000FF"/>
                </a:solidFill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r>
              <a:rPr lang="en-US" altLang="en-US" b="1" dirty="0">
                <a:solidFill>
                  <a:srgbClr val="0000FF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</a:t>
            </a:r>
            <a:r>
              <a:rPr lang="en-US" altLang="en-US" b="1" dirty="0">
                <a:solidFill>
                  <a:srgbClr val="0000FF"/>
                </a:solidFill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&lt;/annotation&gt;</a:t>
            </a:r>
          </a:p>
          <a:p>
            <a:r>
              <a:rPr lang="en-US" altLang="en-US" dirty="0">
                <a:solidFill>
                  <a:srgbClr val="0000FF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...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</a:t>
            </a:r>
            <a:endParaRPr lang="en-US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3C60F2-12F8-5F00-5AF5-08AAD89911D6}"/>
              </a:ext>
            </a:extLst>
          </p:cNvPr>
          <p:cNvSpPr txBox="1"/>
          <p:nvPr/>
        </p:nvSpPr>
        <p:spPr>
          <a:xfrm>
            <a:off x="2011842" y="5617982"/>
            <a:ext cx="9227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personal-part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+mj-lt"/>
              </a:rPr>
              <a:t>::=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8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first-name</a:t>
            </a:r>
            <a:r>
              <a:rPr kumimoji="0" lang="en-US" altLang="en-US" sz="28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latin typeface="+mj-lt"/>
                <a:ea typeface="Courier New" panose="02070309020205020404" pitchFamily="49" charset="0"/>
              </a:rPr>
              <a:t>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j-lt"/>
                <a:ea typeface="Courier New" panose="02070309020205020404" pitchFamily="49" charset="0"/>
              </a:rPr>
              <a:t>| </a:t>
            </a:r>
            <a:r>
              <a:rPr kumimoji="0" lang="en-US" altLang="en-US" sz="280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j-lt"/>
                <a:ea typeface="Courier New" panose="02070309020205020404" pitchFamily="49" charset="0"/>
              </a:rPr>
              <a:t>initial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Courier New" panose="02070309020205020404" pitchFamily="49" charset="0"/>
              </a:rPr>
              <a:t> "."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79911288"/>
      </p:ext>
    </p:extLst>
  </p:cSld>
  <p:clrMapOvr>
    <a:masterClrMapping/>
  </p:clrMapOvr>
</p:sld>
</file>

<file path=ppt/theme/theme1.xml><?xml version="1.0" encoding="utf-8"?>
<a:theme xmlns:a="http://schemas.openxmlformats.org/drawingml/2006/main" name="Owl Tresys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70C0"/>
      </a:folHlink>
    </a:clrScheme>
    <a:fontScheme name="Noto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wl Tresys" id="{5628A80A-85BC-4261-8BF5-2FD5C09A75A8}" vid="{34F95941-C63D-4D52-BA26-B5C9967116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43770EEE52CD41AF88844CFD8CFC1F" ma:contentTypeVersion="19" ma:contentTypeDescription="Create a new document." ma:contentTypeScope="" ma:versionID="087aef2dacdf576614e125d015e2f287">
  <xsd:schema xmlns:xsd="http://www.w3.org/2001/XMLSchema" xmlns:xs="http://www.w3.org/2001/XMLSchema" xmlns:p="http://schemas.microsoft.com/office/2006/metadata/properties" xmlns:ns2="213a615a-fc15-48a4-b44f-57f78f25f7bf" xmlns:ns3="7ec4416c-5e17-4e82-a7de-d59c1ce11d89" targetNamespace="http://schemas.microsoft.com/office/2006/metadata/properties" ma:root="true" ma:fieldsID="aeb5c1f92c1e7d75cf293137a4dd3c28" ns2:_="" ns3:_="">
    <xsd:import namespace="213a615a-fc15-48a4-b44f-57f78f25f7bf"/>
    <xsd:import namespace="7ec4416c-5e17-4e82-a7de-d59c1ce11d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3a615a-fc15-48a4-b44f-57f78f25f7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4416c-5e17-4e82-a7de-d59c1ce11d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8870CC1-235C-4BD8-A628-EDFC5A270D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448888-D94F-46D3-B5EF-CF8AC221F7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3a615a-fc15-48a4-b44f-57f78f25f7bf"/>
    <ds:schemaRef ds:uri="7ec4416c-5e17-4e82-a7de-d59c1ce11d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E6E0BF-F4A0-41B6-8685-63FD81E4D1BE}">
  <ds:schemaRefs>
    <ds:schemaRef ds:uri="7ec4416c-5e17-4e82-a7de-d59c1ce11d89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213a615a-fc15-48a4-b44f-57f78f25f7bf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10560</TotalTime>
  <Words>617</Words>
  <Application>Microsoft Office PowerPoint</Application>
  <PresentationFormat>Widescreen</PresentationFormat>
  <Paragraphs>131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Noto Sans</vt:lpstr>
      <vt:lpstr>Courier New</vt:lpstr>
      <vt:lpstr>Noto Mono</vt:lpstr>
      <vt:lpstr>Wingdings</vt:lpstr>
      <vt:lpstr>Arial</vt:lpstr>
      <vt:lpstr>Owl Tresys</vt:lpstr>
      <vt:lpstr>INTRODUCTION TO XML Schema (XSD)</vt:lpstr>
      <vt:lpstr>Review: Formal Grammars</vt:lpstr>
      <vt:lpstr>XML Schema is a Formal Grammar</vt:lpstr>
      <vt:lpstr>XML Schema as a Formal Grammar</vt:lpstr>
      <vt:lpstr>XML Schema Defining Forms</vt:lpstr>
      <vt:lpstr>XML Schema (XSD) is Verbose</vt:lpstr>
      <vt:lpstr>XSD is Verbose for One Very Good Reason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Balzano</dc:creator>
  <cp:lastModifiedBy>Beckerle, Mike</cp:lastModifiedBy>
  <cp:revision>149</cp:revision>
  <dcterms:created xsi:type="dcterms:W3CDTF">2019-10-10T15:49:00Z</dcterms:created>
  <dcterms:modified xsi:type="dcterms:W3CDTF">2025-11-19T13:58:48Z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0x010100AA43770EEE52CD41AF88844CFD8CFC1F</vt:lpwstr>
  </property>
  <property fmtid="{D5CDD505-2E9C-101B-9397-08002B2CF9AE}" pid="3" name="_ColorHex">
    <vt:lpwstr/>
  </property>
  <property fmtid="{D5CDD505-2E9C-101B-9397-08002B2CF9AE}" pid="4" name="_Emoji">
    <vt:lpwstr/>
  </property>
  <property fmtid="{D5CDD505-2E9C-101B-9397-08002B2CF9AE}" pid="5" name="ComplianceAssetId">
    <vt:lpwstr/>
  </property>
  <property fmtid="{D5CDD505-2E9C-101B-9397-08002B2CF9AE}" pid="6" name="_ColorTag">
    <vt:lpwstr/>
  </property>
  <property fmtid="{D5CDD505-2E9C-101B-9397-08002B2CF9AE}" pid="7" name="_activity">
    <vt:lpwstr>{"FileActivityType":"9","FileActivityTimeStamp":"2023-03-15T22:05:42.377Z","FileActivityUsersOnPage":[{"DisplayName":"Beckerle, Mike","Id":"mbeckerle@owlcyberdefense.com"}],"FileActivityNavigationId":null}</vt:lpwstr>
  </property>
  <property fmtid="{D5CDD505-2E9C-101B-9397-08002B2CF9AE}" pid="8" name="xd_Prog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GUID">
    <vt:lpwstr>9168c58c-4a65-49c7-bfad-dc0317203383</vt:lpwstr>
  </property>
  <property fmtid="{D5CDD505-2E9C-101B-9397-08002B2CF9AE}" pid="13" name="xd_Signature">
    <vt:bool>false</vt:bool>
  </property>
</Properties>
</file>