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733" r:id="rId5"/>
    <p:sldId id="347" r:id="rId6"/>
    <p:sldId id="360" r:id="rId7"/>
    <p:sldId id="734" r:id="rId8"/>
    <p:sldId id="735" r:id="rId9"/>
  </p:sldIdLst>
  <p:sldSz cx="12192000" cy="6858000"/>
  <p:notesSz cx="6858000" cy="9144000"/>
  <p:embeddedFontLst>
    <p:embeddedFont>
      <p:font typeface="Noto Mono" panose="020B0604020202020204" charset="0"/>
      <p:regular r:id="rId12"/>
    </p:embeddedFont>
    <p:embeddedFont>
      <p:font typeface="Noto Sans" panose="020B0502040504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100F7-306B-4A19-845A-FE96C52094C6}" v="4" dt="2025-11-24T19:48:19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2597" autoAdjust="0"/>
  </p:normalViewPr>
  <p:slideViewPr>
    <p:cSldViewPr snapToGrid="0" snapToObjects="1">
      <p:cViewPr varScale="1">
        <p:scale>
          <a:sx n="101" d="100"/>
          <a:sy n="101" d="100"/>
        </p:scale>
        <p:origin x="99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microsoft.com/office/2018/10/relationships/authors" Target="authors.xml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kerle, Mike" userId="41155a9a-513c-4288-9ceb-5c90f574ab21" providerId="ADAL" clId="{93EA92E5-423E-4026-A29C-DC3240D7B59D}"/>
    <pc:docChg chg="custSel addSld delSld modSld">
      <pc:chgData name="Beckerle, Mike" userId="41155a9a-513c-4288-9ceb-5c90f574ab21" providerId="ADAL" clId="{93EA92E5-423E-4026-A29C-DC3240D7B59D}" dt="2025-11-25T17:29:19.349" v="859" actId="6549"/>
      <pc:docMkLst>
        <pc:docMk/>
      </pc:docMkLst>
      <pc:sldChg chg="modSp mod">
        <pc:chgData name="Beckerle, Mike" userId="41155a9a-513c-4288-9ceb-5c90f574ab21" providerId="ADAL" clId="{93EA92E5-423E-4026-A29C-DC3240D7B59D}" dt="2025-11-24T19:53:07.955" v="835" actId="207"/>
        <pc:sldMkLst>
          <pc:docMk/>
          <pc:sldMk cId="1493039613" sldId="347"/>
        </pc:sldMkLst>
        <pc:spChg chg="mod">
          <ac:chgData name="Beckerle, Mike" userId="41155a9a-513c-4288-9ceb-5c90f574ab21" providerId="ADAL" clId="{93EA92E5-423E-4026-A29C-DC3240D7B59D}" dt="2025-11-24T19:50:25.323" v="823" actId="20577"/>
          <ac:spMkLst>
            <pc:docMk/>
            <pc:sldMk cId="1493039613" sldId="347"/>
            <ac:spMk id="2" creationId="{906F59EA-3473-4F5B-A150-D9B886C9492C}"/>
          </ac:spMkLst>
        </pc:spChg>
        <pc:spChg chg="mod">
          <ac:chgData name="Beckerle, Mike" userId="41155a9a-513c-4288-9ceb-5c90f574ab21" providerId="ADAL" clId="{93EA92E5-423E-4026-A29C-DC3240D7B59D}" dt="2025-11-24T19:53:07.955" v="835" actId="207"/>
          <ac:spMkLst>
            <pc:docMk/>
            <pc:sldMk cId="1493039613" sldId="347"/>
            <ac:spMk id="3" creationId="{ABC8D2A6-CF07-4F40-B64D-D65D4C85366B}"/>
          </ac:spMkLst>
        </pc:spChg>
      </pc:sldChg>
      <pc:sldChg chg="addSp modSp mod">
        <pc:chgData name="Beckerle, Mike" userId="41155a9a-513c-4288-9ceb-5c90f574ab21" providerId="ADAL" clId="{93EA92E5-423E-4026-A29C-DC3240D7B59D}" dt="2025-11-24T19:54:15.050" v="836" actId="6549"/>
        <pc:sldMkLst>
          <pc:docMk/>
          <pc:sldMk cId="2093094244" sldId="360"/>
        </pc:sldMkLst>
        <pc:spChg chg="mod">
          <ac:chgData name="Beckerle, Mike" userId="41155a9a-513c-4288-9ceb-5c90f574ab21" providerId="ADAL" clId="{93EA92E5-423E-4026-A29C-DC3240D7B59D}" dt="2025-11-24T19:54:15.050" v="836" actId="6549"/>
          <ac:spMkLst>
            <pc:docMk/>
            <pc:sldMk cId="2093094244" sldId="360"/>
            <ac:spMk id="3" creationId="{0F1F12D5-69E7-4DF3-9336-2613878C93E9}"/>
          </ac:spMkLst>
        </pc:spChg>
        <pc:spChg chg="add mod">
          <ac:chgData name="Beckerle, Mike" userId="41155a9a-513c-4288-9ceb-5c90f574ab21" providerId="ADAL" clId="{93EA92E5-423E-4026-A29C-DC3240D7B59D}" dt="2025-11-24T19:49:10.040" v="782" actId="14100"/>
          <ac:spMkLst>
            <pc:docMk/>
            <pc:sldMk cId="2093094244" sldId="360"/>
            <ac:spMk id="9" creationId="{F4F570B8-7D57-B500-8BCB-7EDAFB9E0313}"/>
          </ac:spMkLst>
        </pc:spChg>
      </pc:sldChg>
      <pc:sldChg chg="del">
        <pc:chgData name="Beckerle, Mike" userId="41155a9a-513c-4288-9ceb-5c90f574ab21" providerId="ADAL" clId="{93EA92E5-423E-4026-A29C-DC3240D7B59D}" dt="2025-11-24T19:30:58.532" v="36" actId="2696"/>
        <pc:sldMkLst>
          <pc:docMk/>
          <pc:sldMk cId="1521174156" sldId="727"/>
        </pc:sldMkLst>
      </pc:sldChg>
      <pc:sldChg chg="modSp mod">
        <pc:chgData name="Beckerle, Mike" userId="41155a9a-513c-4288-9ceb-5c90f574ab21" providerId="ADAL" clId="{93EA92E5-423E-4026-A29C-DC3240D7B59D}" dt="2025-11-24T19:50:13.184" v="805" actId="20577"/>
        <pc:sldMkLst>
          <pc:docMk/>
          <pc:sldMk cId="3362108642" sldId="733"/>
        </pc:sldMkLst>
        <pc:spChg chg="mod">
          <ac:chgData name="Beckerle, Mike" userId="41155a9a-513c-4288-9ceb-5c90f574ab21" providerId="ADAL" clId="{93EA92E5-423E-4026-A29C-DC3240D7B59D}" dt="2025-11-24T19:50:13.184" v="805" actId="20577"/>
          <ac:spMkLst>
            <pc:docMk/>
            <pc:sldMk cId="3362108642" sldId="733"/>
            <ac:spMk id="3" creationId="{C9EA6EB5-9A3F-0139-766E-31566ABD9ABB}"/>
          </ac:spMkLst>
        </pc:spChg>
      </pc:sldChg>
      <pc:sldChg chg="addSp delSp modSp new mod modClrScheme chgLayout">
        <pc:chgData name="Beckerle, Mike" userId="41155a9a-513c-4288-9ceb-5c90f574ab21" providerId="ADAL" clId="{93EA92E5-423E-4026-A29C-DC3240D7B59D}" dt="2025-11-24T19:48:14.441" v="739" actId="21"/>
        <pc:sldMkLst>
          <pc:docMk/>
          <pc:sldMk cId="2102640230" sldId="734"/>
        </pc:sldMkLst>
        <pc:spChg chg="del">
          <ac:chgData name="Beckerle, Mike" userId="41155a9a-513c-4288-9ceb-5c90f574ab21" providerId="ADAL" clId="{93EA92E5-423E-4026-A29C-DC3240D7B59D}" dt="2025-11-24T19:32:16.391" v="44" actId="700"/>
          <ac:spMkLst>
            <pc:docMk/>
            <pc:sldMk cId="2102640230" sldId="734"/>
            <ac:spMk id="2" creationId="{317FF9B1-A2D0-0AC9-5A54-8F0C979E1E1E}"/>
          </ac:spMkLst>
        </pc:spChg>
        <pc:spChg chg="mod ord">
          <ac:chgData name="Beckerle, Mike" userId="41155a9a-513c-4288-9ceb-5c90f574ab21" providerId="ADAL" clId="{93EA92E5-423E-4026-A29C-DC3240D7B59D}" dt="2025-11-24T19:32:27.114" v="45" actId="700"/>
          <ac:spMkLst>
            <pc:docMk/>
            <pc:sldMk cId="2102640230" sldId="734"/>
            <ac:spMk id="3" creationId="{449ED4D9-FBD7-A9A2-C5B2-D8A1DFA3B4E6}"/>
          </ac:spMkLst>
        </pc:spChg>
        <pc:spChg chg="add del mod ord">
          <ac:chgData name="Beckerle, Mike" userId="41155a9a-513c-4288-9ceb-5c90f574ab21" providerId="ADAL" clId="{93EA92E5-423E-4026-A29C-DC3240D7B59D}" dt="2025-11-24T19:32:27.114" v="45" actId="700"/>
          <ac:spMkLst>
            <pc:docMk/>
            <pc:sldMk cId="2102640230" sldId="734"/>
            <ac:spMk id="4" creationId="{39BEB7C5-B089-35DB-5AFB-DE75E9030662}"/>
          </ac:spMkLst>
        </pc:spChg>
        <pc:spChg chg="add mod ord">
          <ac:chgData name="Beckerle, Mike" userId="41155a9a-513c-4288-9ceb-5c90f574ab21" providerId="ADAL" clId="{93EA92E5-423E-4026-A29C-DC3240D7B59D}" dt="2025-11-24T19:36:06.367" v="418" actId="20577"/>
          <ac:spMkLst>
            <pc:docMk/>
            <pc:sldMk cId="2102640230" sldId="734"/>
            <ac:spMk id="5" creationId="{CBE89BDB-8FE1-5E41-070B-CBB8904CB594}"/>
          </ac:spMkLst>
        </pc:spChg>
        <pc:spChg chg="add mod">
          <ac:chgData name="Beckerle, Mike" userId="41155a9a-513c-4288-9ceb-5c90f574ab21" providerId="ADAL" clId="{93EA92E5-423E-4026-A29C-DC3240D7B59D}" dt="2025-11-24T19:43:27.973" v="658" actId="1076"/>
          <ac:spMkLst>
            <pc:docMk/>
            <pc:sldMk cId="2102640230" sldId="734"/>
            <ac:spMk id="6" creationId="{2104E5D6-8375-C44A-0D58-40143885E090}"/>
          </ac:spMkLst>
        </pc:spChg>
        <pc:spChg chg="add del mod">
          <ac:chgData name="Beckerle, Mike" userId="41155a9a-513c-4288-9ceb-5c90f574ab21" providerId="ADAL" clId="{93EA92E5-423E-4026-A29C-DC3240D7B59D}" dt="2025-11-24T19:47:24.301" v="734" actId="478"/>
          <ac:spMkLst>
            <pc:docMk/>
            <pc:sldMk cId="2102640230" sldId="734"/>
            <ac:spMk id="7" creationId="{A69B76E6-C699-E2FB-331A-E334619A1C5E}"/>
          </ac:spMkLst>
        </pc:spChg>
        <pc:spChg chg="add del">
          <ac:chgData name="Beckerle, Mike" userId="41155a9a-513c-4288-9ceb-5c90f574ab21" providerId="ADAL" clId="{93EA92E5-423E-4026-A29C-DC3240D7B59D}" dt="2025-11-24T19:47:13.308" v="731" actId="478"/>
          <ac:spMkLst>
            <pc:docMk/>
            <pc:sldMk cId="2102640230" sldId="734"/>
            <ac:spMk id="8" creationId="{33A69E10-6BBE-F691-B23C-86CDB0C70B04}"/>
          </ac:spMkLst>
        </pc:spChg>
        <pc:spChg chg="add del mod">
          <ac:chgData name="Beckerle, Mike" userId="41155a9a-513c-4288-9ceb-5c90f574ab21" providerId="ADAL" clId="{93EA92E5-423E-4026-A29C-DC3240D7B59D}" dt="2025-11-24T19:48:14.441" v="739" actId="21"/>
          <ac:spMkLst>
            <pc:docMk/>
            <pc:sldMk cId="2102640230" sldId="734"/>
            <ac:spMk id="9" creationId="{F4F570B8-7D57-B500-8BCB-7EDAFB9E0313}"/>
          </ac:spMkLst>
        </pc:spChg>
      </pc:sldChg>
      <pc:sldChg chg="modSp add mod">
        <pc:chgData name="Beckerle, Mike" userId="41155a9a-513c-4288-9ceb-5c90f574ab21" providerId="ADAL" clId="{93EA92E5-423E-4026-A29C-DC3240D7B59D}" dt="2025-11-25T17:29:19.349" v="859" actId="6549"/>
        <pc:sldMkLst>
          <pc:docMk/>
          <pc:sldMk cId="2570550435" sldId="735"/>
        </pc:sldMkLst>
        <pc:spChg chg="mod">
          <ac:chgData name="Beckerle, Mike" userId="41155a9a-513c-4288-9ceb-5c90f574ab21" providerId="ADAL" clId="{93EA92E5-423E-4026-A29C-DC3240D7B59D}" dt="2025-11-24T19:38:42.831" v="462" actId="20577"/>
          <ac:spMkLst>
            <pc:docMk/>
            <pc:sldMk cId="2570550435" sldId="735"/>
            <ac:spMk id="5" creationId="{24FCF0CD-2B12-ED32-47D6-E858F77E455E}"/>
          </ac:spMkLst>
        </pc:spChg>
        <pc:spChg chg="mod">
          <ac:chgData name="Beckerle, Mike" userId="41155a9a-513c-4288-9ceb-5c90f574ab21" providerId="ADAL" clId="{93EA92E5-423E-4026-A29C-DC3240D7B59D}" dt="2025-11-25T17:29:19.349" v="859" actId="6549"/>
          <ac:spMkLst>
            <pc:docMk/>
            <pc:sldMk cId="2570550435" sldId="735"/>
            <ac:spMk id="6" creationId="{E7462B67-9AAD-7196-98FC-D78D4EB9EDEA}"/>
          </ac:spMkLst>
        </pc:spChg>
      </pc:sldChg>
      <pc:sldMasterChg chg="delSldLayout">
        <pc:chgData name="Beckerle, Mike" userId="41155a9a-513c-4288-9ceb-5c90f574ab21" providerId="ADAL" clId="{93EA92E5-423E-4026-A29C-DC3240D7B59D}" dt="2025-11-24T19:30:58.532" v="36" actId="2696"/>
        <pc:sldMasterMkLst>
          <pc:docMk/>
          <pc:sldMasterMk cId="1196855914" sldId="2147483660"/>
        </pc:sldMasterMkLst>
        <pc:sldLayoutChg chg="del">
          <pc:chgData name="Beckerle, Mike" userId="41155a9a-513c-4288-9ceb-5c90f574ab21" providerId="ADAL" clId="{93EA92E5-423E-4026-A29C-DC3240D7B59D}" dt="2025-11-24T19:30:58.532" v="36" actId="2696"/>
          <pc:sldLayoutMkLst>
            <pc:docMk/>
            <pc:sldMasterMk cId="1196855914" sldId="2147483660"/>
            <pc:sldLayoutMk cId="2121903207" sldId="214748366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11/25/2025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11/25/2025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A128-6AE1-1741-A482-9A7A21FD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0AA52-493D-5F4E-BEEE-BD2097AE8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DF31B-19A2-0341-BD19-CA852E61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0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16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hyperlink" Target="https://www.apache.org/licenses/LICENSE-2.0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7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9" r:id="rId2"/>
    <p:sldLayoutId id="2147483674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9BA3-E710-27E7-94D8-48A7B05CD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Normalization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A6EB5-9A3F-0139-766E-31566ABD9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Best Practice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20269-FF1F-62A2-1074-3F046D00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108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59EA-3473-4F5B-A150-D9B886C94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Longitude in Binary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8D2A6-CF07-4F40-B64D-D65D4C85366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800"/>
            <a:ext cx="11604625" cy="56292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Before Parse: 24 bits not byte aligned, least-</a:t>
            </a:r>
            <a:r>
              <a:rPr lang="en-US" dirty="0" err="1"/>
              <a:t>signif</a:t>
            </a:r>
            <a:r>
              <a:rPr lang="en-US" dirty="0"/>
              <a:t>. bit first, little endian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	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00000</a:t>
            </a:r>
            <a:r>
              <a:rPr lang="en-US" b="1" dirty="0">
                <a:solidFill>
                  <a:schemeClr val="accent2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001 10111010 01001111 10100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000</a:t>
            </a:r>
          </a:p>
          <a:p>
            <a:pPr marL="0" indent="0">
              <a:buNone/>
            </a:pPr>
            <a:r>
              <a:rPr lang="en-US" dirty="0">
                <a:latin typeface="Noto Mono" panose="020B0609030804020204"/>
                <a:ea typeface="Noto Mono" panose="020B0609030804020204" pitchFamily="49" charset="0"/>
                <a:cs typeface="Noto Mono" panose="020B0609030804020204" pitchFamily="49" charset="0"/>
              </a:rPr>
              <a:t>	                   3       7       4       9        F       4</a:t>
            </a:r>
            <a:endParaRPr lang="en-US" dirty="0">
              <a:latin typeface="Noto Mono" panose="020B0609030804020204"/>
            </a:endParaRPr>
          </a:p>
          <a:p>
            <a:r>
              <a:rPr lang="en-US" dirty="0"/>
              <a:t>After Parse</a:t>
            </a:r>
          </a:p>
          <a:p>
            <a:endParaRPr lang="en-US" dirty="0"/>
          </a:p>
          <a:p>
            <a:pPr marL="609585" lvl="1" indent="0">
              <a:buNone/>
            </a:pPr>
            <a:r>
              <a:rPr lang="en-US" sz="3600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&lt;longitude&gt;3623412&lt;/longitude&gt;</a:t>
            </a:r>
          </a:p>
          <a:p>
            <a:pPr marL="609585" lvl="1" indent="0">
              <a:buNone/>
            </a:pPr>
            <a:endParaRPr lang="en-US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r>
              <a:rPr lang="en-US" dirty="0"/>
              <a:t>Easy to access</a:t>
            </a:r>
          </a:p>
          <a:p>
            <a:r>
              <a:rPr lang="en-US" dirty="0"/>
              <a:t>Not easy to interpret yet</a:t>
            </a:r>
          </a:p>
          <a:p>
            <a:pPr lvl="1"/>
            <a:r>
              <a:rPr lang="en-US" dirty="0"/>
              <a:t>Numeric value corresponds to -41.000000 degrees longitude</a:t>
            </a:r>
          </a:p>
          <a:p>
            <a:pPr lvl="1"/>
            <a:r>
              <a:rPr lang="en-US" dirty="0"/>
              <a:t>The raw number is 360/(2^24) degree units.</a:t>
            </a:r>
          </a:p>
        </p:txBody>
      </p:sp>
    </p:spTree>
    <p:extLst>
      <p:ext uri="{BB962C8B-B14F-4D97-AF65-F5344CB8AC3E}">
        <p14:creationId xmlns:p14="http://schemas.microsoft.com/office/powerpoint/2010/main" val="149303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D15E26-4495-4AD2-9343-E26D2CC3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Longitude in Binary Data - Unit Normalized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F12D5-69E7-4DF3-9336-2613878C93E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066800"/>
            <a:ext cx="11604625" cy="5105400"/>
          </a:xfrm>
        </p:spPr>
        <p:txBody>
          <a:bodyPr/>
          <a:lstStyle/>
          <a:p>
            <a:pPr marL="533386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&lt;longitude&gt;</a:t>
            </a:r>
          </a:p>
          <a:p>
            <a:pPr marL="533386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&lt;raw&gt;3623412&lt;/raw&gt;</a:t>
            </a:r>
          </a:p>
          <a:p>
            <a:pPr marL="533386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&lt;degrees&gt;-41.0&lt;/degrees&gt;</a:t>
            </a:r>
          </a:p>
          <a:p>
            <a:pPr marL="533386" lvl="1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&lt;/longitude&gt;</a:t>
            </a:r>
          </a:p>
          <a:p>
            <a:endParaRPr lang="en-US" dirty="0"/>
          </a:p>
          <a:p>
            <a:r>
              <a:rPr lang="en-US" dirty="0"/>
              <a:t>DFDL schemas use </a:t>
            </a:r>
            <a:r>
              <a:rPr lang="en-US" dirty="0" err="1"/>
              <a:t>dfdl:inputValueCalc</a:t>
            </a:r>
            <a:r>
              <a:rPr lang="en-US" dirty="0"/>
              <a:t> property to compute normalized value and add to </a:t>
            </a:r>
            <a:r>
              <a:rPr lang="en-US" dirty="0" err="1"/>
              <a:t>infoset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9" name="Callout: Line with Accent Bar 8">
            <a:extLst>
              <a:ext uri="{FF2B5EF4-FFF2-40B4-BE49-F238E27FC236}">
                <a16:creationId xmlns:a16="http://schemas.microsoft.com/office/drawing/2014/main" id="{F4F570B8-7D57-B500-8BCB-7EDAFB9E0313}"/>
              </a:ext>
            </a:extLst>
          </p:cNvPr>
          <p:cNvSpPr/>
          <p:nvPr/>
        </p:nvSpPr>
        <p:spPr>
          <a:xfrm>
            <a:off x="9092628" y="2298842"/>
            <a:ext cx="2733024" cy="793679"/>
          </a:xfrm>
          <a:prstGeom prst="accentCallout1">
            <a:avLst>
              <a:gd name="adj1" fmla="val 18750"/>
              <a:gd name="adj2" fmla="val -8333"/>
              <a:gd name="adj3" fmla="val 2501"/>
              <a:gd name="adj4" fmla="val -16013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 unit of measure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as element name</a:t>
            </a:r>
          </a:p>
        </p:txBody>
      </p:sp>
    </p:spTree>
    <p:extLst>
      <p:ext uri="{BB962C8B-B14F-4D97-AF65-F5344CB8AC3E}">
        <p14:creationId xmlns:p14="http://schemas.microsoft.com/office/powerpoint/2010/main" val="209309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E89BDB-8FE1-5E41-070B-CBB8904C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Normalized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9ED4D9-FBD7-A9A2-C5B2-D8A1DFA3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04E5D6-8375-C44A-0D58-40143885E090}"/>
              </a:ext>
            </a:extLst>
          </p:cNvPr>
          <p:cNvSpPr txBox="1">
            <a:spLocks/>
          </p:cNvSpPr>
          <p:nvPr/>
        </p:nvSpPr>
        <p:spPr>
          <a:xfrm>
            <a:off x="587375" y="1056817"/>
            <a:ext cx="11604625" cy="53274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&lt;element name="longitude"&gt;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complexType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&lt;sequence&gt;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&lt;element name="raw" type="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xs:int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" ... /&gt;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&lt;element name="degrees" type="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xs:double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"</a:t>
            </a:r>
          </a:p>
          <a:p>
            <a:pPr marL="76186" indent="0">
              <a:buNone/>
            </a:pPr>
            <a:r>
              <a:rPr lang="en-US" b="1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 </a:t>
            </a:r>
            <a:r>
              <a:rPr lang="en-US" b="1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dfdl:inputValueCalc</a:t>
            </a:r>
            <a:r>
              <a:rPr lang="en-US" b="1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='{ </a:t>
            </a:r>
          </a:p>
          <a:p>
            <a:pPr marL="76186" indent="0">
              <a:buNone/>
            </a:pPr>
            <a:r>
              <a:rPr lang="en-US" b="1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     (../raw * 360.0) / </a:t>
            </a:r>
            <a:r>
              <a:rPr lang="en-US" b="1" dirty="0"/>
              <a:t>16777216.0</a:t>
            </a:r>
            <a:endParaRPr lang="en-US" b="1" dirty="0"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  <a:p>
            <a:pPr marL="76186" indent="0">
              <a:buNone/>
            </a:pPr>
            <a:r>
              <a:rPr lang="en-US" b="1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 }' 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/&gt;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&lt;/sequence&gt;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complexType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&lt;/element&gt;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</a:t>
            </a:r>
            <a:endParaRPr lang="en-US" dirty="0"/>
          </a:p>
          <a:p>
            <a:r>
              <a:rPr lang="en-US" dirty="0"/>
              <a:t>DFDL schemas use </a:t>
            </a:r>
            <a:r>
              <a:rPr lang="en-US" dirty="0" err="1"/>
              <a:t>dfdl:inputValueCalc</a:t>
            </a:r>
            <a:r>
              <a:rPr lang="en-US" dirty="0"/>
              <a:t> property to compute normalized value and add to </a:t>
            </a:r>
            <a:r>
              <a:rPr lang="en-US" dirty="0" err="1"/>
              <a:t>infoset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64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7928-FD86-354A-2039-EE889EA7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FCF0CD-2B12-ED32-47D6-E858F77E4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Unparsing from Normalized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984664-6FF5-763B-8B9E-F834F4AF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C6BF1-6423-496B-B3DA-CA30B590FFC3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462B67-9AAD-7196-98FC-D78D4EB9EDEA}"/>
              </a:ext>
            </a:extLst>
          </p:cNvPr>
          <p:cNvSpPr txBox="1">
            <a:spLocks/>
          </p:cNvSpPr>
          <p:nvPr/>
        </p:nvSpPr>
        <p:spPr>
          <a:xfrm>
            <a:off x="587375" y="1046542"/>
            <a:ext cx="11604625" cy="53274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oto Sans" panose="020B050204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&lt;element name="longitude"&gt;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&lt;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complexType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&lt;sequence&gt;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&lt;element name="raw" type="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xs:int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"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</a:t>
            </a:r>
            <a:r>
              <a:rPr lang="en-US" b="1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dfdl:outputValueCalc</a:t>
            </a:r>
            <a:r>
              <a:rPr lang="en-US" b="1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= '{</a:t>
            </a:r>
          </a:p>
          <a:p>
            <a:pPr marL="76186" indent="0">
              <a:buNone/>
            </a:pPr>
            <a:r>
              <a:rPr lang="en-US" b="1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  </a:t>
            </a:r>
            <a:r>
              <a:rPr lang="en-US" b="1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fn</a:t>
            </a:r>
            <a:r>
              <a:rPr lang="en-US" b="1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:</a:t>
            </a:r>
            <a:r>
              <a:rPr lang="en-US" b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round-half-to-even((../</a:t>
            </a:r>
            <a:r>
              <a:rPr lang="en-US" b="1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degrees * 16777216.0) / 360.0 ) </a:t>
            </a:r>
          </a:p>
          <a:p>
            <a:pPr marL="76186" indent="0">
              <a:buNone/>
            </a:pPr>
            <a:r>
              <a:rPr lang="en-US" b="1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  }'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/&gt;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  &lt;element name="degrees" type="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xs:double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" .../&gt;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&lt;/sequence&gt;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&lt;/</a:t>
            </a:r>
            <a:r>
              <a:rPr lang="en-US" dirty="0" err="1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complexType</a:t>
            </a: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&lt;/element&gt;</a:t>
            </a:r>
          </a:p>
          <a:p>
            <a:pPr marL="76186" indent="0">
              <a:buNone/>
            </a:pPr>
            <a:r>
              <a:rPr lang="en-US" dirty="0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    </a:t>
            </a:r>
            <a:endParaRPr lang="en-US" dirty="0"/>
          </a:p>
          <a:p>
            <a:r>
              <a:rPr lang="en-US" dirty="0"/>
              <a:t>DFDL schemas use </a:t>
            </a:r>
            <a:r>
              <a:rPr lang="en-US" dirty="0" err="1"/>
              <a:t>dfdl:outputValueCalc</a:t>
            </a:r>
            <a:r>
              <a:rPr lang="en-US" dirty="0"/>
              <a:t> property to compute raw value from </a:t>
            </a:r>
            <a:r>
              <a:rPr lang="en-US" dirty="0" err="1"/>
              <a:t>infoset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550435"/>
      </p:ext>
    </p:extLst>
  </p:cSld>
  <p:clrMapOvr>
    <a:masterClrMapping/>
  </p:clrMapOvr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ffodil-DFDL-Template.pptx" id="{AEAA4738-33A3-4C82-A6B7-BB73C2C23E30}" vid="{79552CB8-BE4D-4D39-BC3E-F4ABDC2286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29</TotalTime>
  <Words>309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Noto Sans</vt:lpstr>
      <vt:lpstr>Noto Mono</vt:lpstr>
      <vt:lpstr>Owl Tresys</vt:lpstr>
      <vt:lpstr>Units Normalization</vt:lpstr>
      <vt:lpstr>Longitude in Binary Data</vt:lpstr>
      <vt:lpstr>Longitude in Binary Data - Unit Normalized</vt:lpstr>
      <vt:lpstr>Computing Normalized Values</vt:lpstr>
      <vt:lpstr>Unparsing from Normalized Values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2025-11-19T22:49:31Z</dcterms:created>
  <dcterms:modified xsi:type="dcterms:W3CDTF">2025-11-25T17:29:20Z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