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678" r:id="rId5"/>
    <p:sldId id="679" r:id="rId6"/>
    <p:sldId id="680" r:id="rId7"/>
    <p:sldId id="682" r:id="rId8"/>
    <p:sldId id="681" r:id="rId9"/>
    <p:sldId id="683" r:id="rId10"/>
    <p:sldId id="700" r:id="rId11"/>
    <p:sldId id="701" r:id="rId12"/>
    <p:sldId id="687" r:id="rId13"/>
    <p:sldId id="690" r:id="rId14"/>
    <p:sldId id="723" r:id="rId15"/>
    <p:sldId id="726" r:id="rId16"/>
    <p:sldId id="722" r:id="rId17"/>
    <p:sldId id="724" r:id="rId18"/>
    <p:sldId id="685" r:id="rId19"/>
    <p:sldId id="684" r:id="rId20"/>
    <p:sldId id="686" r:id="rId21"/>
  </p:sldIdLst>
  <p:sldSz cx="12192000" cy="6858000"/>
  <p:notesSz cx="6858000" cy="9144000"/>
  <p:embeddedFontLst>
    <p:embeddedFont>
      <p:font typeface="Noto Mono" panose="020B0604020202020204" charset="0"/>
      <p:regular r:id="rId24"/>
    </p:embeddedFont>
    <p:embeddedFont>
      <p:font typeface="Noto Sans" panose="020B050204050402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DAA93-FA51-4DCF-A7EC-63E4FA5A2AAE}" v="3" dt="2025-11-19T13:48:36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4" autoAdjust="0"/>
    <p:restoredTop sz="92597" autoAdjust="0"/>
  </p:normalViewPr>
  <p:slideViewPr>
    <p:cSldViewPr snapToGrid="0" snapToObjects="1">
      <p:cViewPr varScale="1">
        <p:scale>
          <a:sx n="101" d="100"/>
          <a:sy n="101" d="100"/>
        </p:scale>
        <p:origin x="112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kerle, Mike" userId="41155a9a-513c-4288-9ceb-5c90f574ab21" providerId="ADAL" clId="{93EA92E5-423E-4026-A29C-DC3240D7B59D}"/>
    <pc:docChg chg="undo redo custSel addSld delSld modSld delSection modSection">
      <pc:chgData name="Beckerle, Mike" userId="41155a9a-513c-4288-9ceb-5c90f574ab21" providerId="ADAL" clId="{93EA92E5-423E-4026-A29C-DC3240D7B59D}" dt="2025-11-19T13:54:54.515" v="106" actId="14100"/>
      <pc:docMkLst>
        <pc:docMk/>
      </pc:docMkLst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087151920" sldId="25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41756896" sldId="263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718717029" sldId="264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176637510" sldId="26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375273304" sldId="27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080519583" sldId="27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355982658" sldId="27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18464152" sldId="273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575755468" sldId="274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303961711" sldId="27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524715914" sldId="276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594005422" sldId="277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891615425" sldId="27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683304568" sldId="27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309933039" sldId="28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528247420" sldId="28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006718843" sldId="283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382483041" sldId="28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623200966" sldId="286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008293612" sldId="287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63230302" sldId="28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219107834" sldId="28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154307703" sldId="29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183828299" sldId="29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383248369" sldId="304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374062021" sldId="30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765572153" sldId="31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121541263" sldId="313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94404896" sldId="314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623093990" sldId="31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798796161" sldId="31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0" sldId="32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896169314" sldId="33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4238812" sldId="33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742649903" sldId="333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462638624" sldId="35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497707263" sldId="354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569962432" sldId="36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063661680" sldId="36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027880310" sldId="37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0" sldId="38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5711934" sldId="40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376039687" sldId="40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983188726" sldId="40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876526650" sldId="41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264688377" sldId="41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773554346" sldId="414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325173713" sldId="41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0" sldId="41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0" sldId="41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166681359" sldId="42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617384912" sldId="42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084897485" sldId="43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952276187" sldId="58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511392692" sldId="64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462501634" sldId="646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632414841" sldId="647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19437137" sldId="64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255134754" sldId="64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818042966" sldId="65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941024740" sldId="65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636211874" sldId="652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589414721" sldId="653"/>
        </pc:sldMkLst>
      </pc:sldChg>
      <pc:sldChg chg="add del">
        <pc:chgData name="Beckerle, Mike" userId="41155a9a-513c-4288-9ceb-5c90f574ab21" providerId="ADAL" clId="{93EA92E5-423E-4026-A29C-DC3240D7B59D}" dt="2025-11-19T13:48:36.803" v="33"/>
        <pc:sldMkLst>
          <pc:docMk/>
          <pc:sldMk cId="2076813666" sldId="678"/>
        </pc:sldMkLst>
      </pc:sldChg>
      <pc:sldChg chg="modSp add del mod">
        <pc:chgData name="Beckerle, Mike" userId="41155a9a-513c-4288-9ceb-5c90f574ab21" providerId="ADAL" clId="{93EA92E5-423E-4026-A29C-DC3240D7B59D}" dt="2025-11-19T13:54:41.188" v="105" actId="14100"/>
        <pc:sldMkLst>
          <pc:docMk/>
          <pc:sldMk cId="1738767488" sldId="679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1738767488" sldId="679"/>
            <ac:spMk id="6" creationId="{88A19733-0FBF-4035-0A66-27A0CB334A6D}"/>
          </ac:spMkLst>
        </pc:spChg>
        <pc:spChg chg="mod">
          <ac:chgData name="Beckerle, Mike" userId="41155a9a-513c-4288-9ceb-5c90f574ab21" providerId="ADAL" clId="{93EA92E5-423E-4026-A29C-DC3240D7B59D}" dt="2025-11-19T13:54:41.188" v="105" actId="14100"/>
          <ac:spMkLst>
            <pc:docMk/>
            <pc:sldMk cId="1738767488" sldId="679"/>
            <ac:spMk id="7" creationId="{586DD7F3-D5C5-64C4-986C-CB8E9AD72517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4:54.515" v="106" actId="14100"/>
        <pc:sldMkLst>
          <pc:docMk/>
          <pc:sldMk cId="739616997" sldId="680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739616997" sldId="680"/>
            <ac:spMk id="6" creationId="{88A19733-0FBF-4035-0A66-27A0CB334A6D}"/>
          </ac:spMkLst>
        </pc:spChg>
        <pc:spChg chg="mod">
          <ac:chgData name="Beckerle, Mike" userId="41155a9a-513c-4288-9ceb-5c90f574ab21" providerId="ADAL" clId="{93EA92E5-423E-4026-A29C-DC3240D7B59D}" dt="2025-11-19T13:54:54.515" v="106" actId="14100"/>
          <ac:spMkLst>
            <pc:docMk/>
            <pc:sldMk cId="739616997" sldId="680"/>
            <ac:spMk id="7" creationId="{586DD7F3-D5C5-64C4-986C-CB8E9AD72517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48:36.803" v="33"/>
        <pc:sldMkLst>
          <pc:docMk/>
          <pc:sldMk cId="3822403366" sldId="681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3822403366" sldId="681"/>
            <ac:spMk id="7" creationId="{C02D8E40-62AC-A6E9-4A6E-A7790B61F603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48:36.803" v="33"/>
        <pc:sldMkLst>
          <pc:docMk/>
          <pc:sldMk cId="1070422939" sldId="682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1070422939" sldId="682"/>
            <ac:spMk id="6" creationId="{88A19733-0FBF-4035-0A66-27A0CB334A6D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48:36.803" v="33"/>
        <pc:sldMkLst>
          <pc:docMk/>
          <pc:sldMk cId="2929142988" sldId="683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2929142988" sldId="683"/>
            <ac:spMk id="7" creationId="{C02D8E40-62AC-A6E9-4A6E-A7790B61F603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48:36.803" v="33"/>
        <pc:sldMkLst>
          <pc:docMk/>
          <pc:sldMk cId="3233718103" sldId="684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3233718103" sldId="684"/>
            <ac:spMk id="6" creationId="{31F8F998-7E79-40A5-A0C2-CB8B33B36FD1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48:36.803" v="33"/>
        <pc:sldMkLst>
          <pc:docMk/>
          <pc:sldMk cId="4289599251" sldId="685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4289599251" sldId="685"/>
            <ac:spMk id="7" creationId="{C02D8E40-62AC-A6E9-4A6E-A7790B61F603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48:36.803" v="33"/>
        <pc:sldMkLst>
          <pc:docMk/>
          <pc:sldMk cId="848548615" sldId="686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848548615" sldId="686"/>
            <ac:spMk id="7" creationId="{C02D8E40-62AC-A6E9-4A6E-A7790B61F603}"/>
          </ac:spMkLst>
        </pc:spChg>
      </pc:sldChg>
      <pc:sldChg chg="add del">
        <pc:chgData name="Beckerle, Mike" userId="41155a9a-513c-4288-9ceb-5c90f574ab21" providerId="ADAL" clId="{93EA92E5-423E-4026-A29C-DC3240D7B59D}" dt="2025-11-19T13:48:36.803" v="33"/>
        <pc:sldMkLst>
          <pc:docMk/>
          <pc:sldMk cId="1045210239" sldId="687"/>
        </pc:sldMkLst>
      </pc:sldChg>
      <pc:sldChg chg="add del">
        <pc:chgData name="Beckerle, Mike" userId="41155a9a-513c-4288-9ceb-5c90f574ab21" providerId="ADAL" clId="{93EA92E5-423E-4026-A29C-DC3240D7B59D}" dt="2025-11-19T13:54:12.390" v="104" actId="47"/>
        <pc:sldMkLst>
          <pc:docMk/>
          <pc:sldMk cId="1015352574" sldId="68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4262771937" sldId="689"/>
        </pc:sldMkLst>
      </pc:sldChg>
      <pc:sldChg chg="modSp add del mod">
        <pc:chgData name="Beckerle, Mike" userId="41155a9a-513c-4288-9ceb-5c90f574ab21" providerId="ADAL" clId="{93EA92E5-423E-4026-A29C-DC3240D7B59D}" dt="2025-11-19T13:48:36.803" v="33"/>
        <pc:sldMkLst>
          <pc:docMk/>
          <pc:sldMk cId="1846706429" sldId="690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1846706429" sldId="690"/>
            <ac:spMk id="7" creationId="{C02D8E40-62AC-A6E9-4A6E-A7790B61F603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4:12.390" v="104" actId="47"/>
        <pc:sldMkLst>
          <pc:docMk/>
          <pc:sldMk cId="3353847969" sldId="691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3353847969" sldId="691"/>
            <ac:spMk id="7" creationId="{6697A60B-E271-3F85-D864-34027C49011F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4:12.390" v="104" actId="47"/>
        <pc:sldMkLst>
          <pc:docMk/>
          <pc:sldMk cId="1811338136" sldId="692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1811338136" sldId="692"/>
            <ac:spMk id="7" creationId="{6697A60B-E271-3F85-D864-34027C49011F}"/>
          </ac:spMkLst>
        </pc:spChg>
      </pc:sldChg>
      <pc:sldChg chg="add del">
        <pc:chgData name="Beckerle, Mike" userId="41155a9a-513c-4288-9ceb-5c90f574ab21" providerId="ADAL" clId="{93EA92E5-423E-4026-A29C-DC3240D7B59D}" dt="2025-11-19T13:54:12.390" v="104" actId="47"/>
        <pc:sldMkLst>
          <pc:docMk/>
          <pc:sldMk cId="4118899515" sldId="693"/>
        </pc:sldMkLst>
      </pc:sldChg>
      <pc:sldChg chg="modSp add del mod">
        <pc:chgData name="Beckerle, Mike" userId="41155a9a-513c-4288-9ceb-5c90f574ab21" providerId="ADAL" clId="{93EA92E5-423E-4026-A29C-DC3240D7B59D}" dt="2025-11-19T13:54:12.390" v="104" actId="47"/>
        <pc:sldMkLst>
          <pc:docMk/>
          <pc:sldMk cId="4249528946" sldId="694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4249528946" sldId="694"/>
            <ac:spMk id="6" creationId="{6E843B3A-A841-D0F5-15E7-B75FC640F797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48:36.803" v="33"/>
        <pc:sldMkLst>
          <pc:docMk/>
          <pc:sldMk cId="4263591225" sldId="700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4263591225" sldId="700"/>
            <ac:spMk id="7" creationId="{C02D8E40-62AC-A6E9-4A6E-A7790B61F603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48:36.803" v="33"/>
        <pc:sldMkLst>
          <pc:docMk/>
          <pc:sldMk cId="3369103685" sldId="701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3369103685" sldId="701"/>
            <ac:spMk id="7" creationId="{C02D8E40-62AC-A6E9-4A6E-A7790B61F603}"/>
          </ac:spMkLst>
        </pc:spChg>
      </pc:sldChg>
      <pc:sldChg chg="add del">
        <pc:chgData name="Beckerle, Mike" userId="41155a9a-513c-4288-9ceb-5c90f574ab21" providerId="ADAL" clId="{93EA92E5-423E-4026-A29C-DC3240D7B59D}" dt="2025-11-19T13:54:12.390" v="104" actId="47"/>
        <pc:sldMkLst>
          <pc:docMk/>
          <pc:sldMk cId="2042002574" sldId="705"/>
        </pc:sldMkLst>
      </pc:sldChg>
      <pc:sldChg chg="modSp add del mod">
        <pc:chgData name="Beckerle, Mike" userId="41155a9a-513c-4288-9ceb-5c90f574ab21" providerId="ADAL" clId="{93EA92E5-423E-4026-A29C-DC3240D7B59D}" dt="2025-11-19T13:54:12.390" v="104" actId="47"/>
        <pc:sldMkLst>
          <pc:docMk/>
          <pc:sldMk cId="1679911288" sldId="706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1679911288" sldId="706"/>
            <ac:spMk id="6" creationId="{6E843B3A-A841-D0F5-15E7-B75FC640F797}"/>
          </ac:spMkLst>
        </pc:spChg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1679911288" sldId="706"/>
            <ac:spMk id="10" creationId="{E71D2986-CE49-6FF0-342E-05C21394F8E9}"/>
          </ac:spMkLst>
        </pc:spChg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93025175" sldId="711"/>
        </pc:sldMkLst>
      </pc:sldChg>
      <pc:sldChg chg="modSp add del mod">
        <pc:chgData name="Beckerle, Mike" userId="41155a9a-513c-4288-9ceb-5c90f574ab21" providerId="ADAL" clId="{93EA92E5-423E-4026-A29C-DC3240D7B59D}" dt="2025-11-19T13:48:36.803" v="33"/>
        <pc:sldMkLst>
          <pc:docMk/>
          <pc:sldMk cId="2097226461" sldId="722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2097226461" sldId="722"/>
            <ac:spMk id="4" creationId="{458BBFA7-E1D3-3EC5-88A0-885EF9F604BB}"/>
          </ac:spMkLst>
        </pc:spChg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2097226461" sldId="722"/>
            <ac:spMk id="6" creationId="{31F8F998-7E79-40A5-A0C2-CB8B33B36FD1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52:55.503" v="103" actId="14100"/>
        <pc:sldMkLst>
          <pc:docMk/>
          <pc:sldMk cId="3687969129" sldId="723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3687969129" sldId="723"/>
            <ac:spMk id="5" creationId="{0E306B1A-EB5C-63E7-DFFF-9095CC87EFDC}"/>
          </ac:spMkLst>
        </pc:spChg>
        <pc:spChg chg="mod">
          <ac:chgData name="Beckerle, Mike" userId="41155a9a-513c-4288-9ceb-5c90f574ab21" providerId="ADAL" clId="{93EA92E5-423E-4026-A29C-DC3240D7B59D}" dt="2025-11-19T13:52:08.345" v="96" actId="27636"/>
          <ac:spMkLst>
            <pc:docMk/>
            <pc:sldMk cId="3687969129" sldId="723"/>
            <ac:spMk id="6" creationId="{2F88AF1D-6B13-D720-166C-D145F013672E}"/>
          </ac:spMkLst>
        </pc:spChg>
        <pc:spChg chg="mod">
          <ac:chgData name="Beckerle, Mike" userId="41155a9a-513c-4288-9ceb-5c90f574ab21" providerId="ADAL" clId="{93EA92E5-423E-4026-A29C-DC3240D7B59D}" dt="2025-11-19T13:52:41.663" v="101" actId="14100"/>
          <ac:spMkLst>
            <pc:docMk/>
            <pc:sldMk cId="3687969129" sldId="723"/>
            <ac:spMk id="7" creationId="{0F1CB9EA-3897-4154-DCB5-59FCE8CAC498}"/>
          </ac:spMkLst>
        </pc:spChg>
        <pc:spChg chg="mod">
          <ac:chgData name="Beckerle, Mike" userId="41155a9a-513c-4288-9ceb-5c90f574ab21" providerId="ADAL" clId="{93EA92E5-423E-4026-A29C-DC3240D7B59D}" dt="2025-11-19T13:52:31.208" v="99" actId="14100"/>
          <ac:spMkLst>
            <pc:docMk/>
            <pc:sldMk cId="3687969129" sldId="723"/>
            <ac:spMk id="8" creationId="{7463E43C-4D28-8A22-006B-6361DCDFE3E5}"/>
          </ac:spMkLst>
        </pc:spChg>
        <pc:spChg chg="mod">
          <ac:chgData name="Beckerle, Mike" userId="41155a9a-513c-4288-9ceb-5c90f574ab21" providerId="ADAL" clId="{93EA92E5-423E-4026-A29C-DC3240D7B59D}" dt="2025-11-19T13:52:55.503" v="103" actId="14100"/>
          <ac:spMkLst>
            <pc:docMk/>
            <pc:sldMk cId="3687969129" sldId="723"/>
            <ac:spMk id="9" creationId="{F8230AAB-EC1B-DFD8-F287-E67DA360CD21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48:36.803" v="33"/>
        <pc:sldMkLst>
          <pc:docMk/>
          <pc:sldMk cId="700850256" sldId="724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700850256" sldId="724"/>
            <ac:spMk id="5" creationId="{8AB63970-5ABD-6656-6AF8-E05FB77B4C9E}"/>
          </ac:spMkLst>
        </pc:spChg>
      </pc:sldChg>
      <pc:sldChg chg="modSp add del mod">
        <pc:chgData name="Beckerle, Mike" userId="41155a9a-513c-4288-9ceb-5c90f574ab21" providerId="ADAL" clId="{93EA92E5-423E-4026-A29C-DC3240D7B59D}" dt="2025-11-19T13:48:36.803" v="33"/>
        <pc:sldMkLst>
          <pc:docMk/>
          <pc:sldMk cId="2078117700" sldId="726"/>
        </pc:sldMkLst>
        <pc:spChg chg="mod">
          <ac:chgData name="Beckerle, Mike" userId="41155a9a-513c-4288-9ceb-5c90f574ab21" providerId="ADAL" clId="{93EA92E5-423E-4026-A29C-DC3240D7B59D}" dt="2025-11-19T13:48:36.803" v="33"/>
          <ac:spMkLst>
            <pc:docMk/>
            <pc:sldMk cId="2078117700" sldId="726"/>
            <ac:spMk id="5" creationId="{53C9DA7F-5D8A-A8D6-E498-E39B8EECACBF}"/>
          </ac:spMkLst>
        </pc:spChg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571084022" sldId="783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053925350" sldId="785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597642307" sldId="786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2032767446" sldId="787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0" sldId="788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0" sldId="789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497120881" sldId="790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1067871209" sldId="791"/>
        </pc:sldMkLst>
      </pc:sldChg>
      <pc:sldChg chg="del">
        <pc:chgData name="Beckerle, Mike" userId="41155a9a-513c-4288-9ceb-5c90f574ab21" providerId="ADAL" clId="{93EA92E5-423E-4026-A29C-DC3240D7B59D}" dt="2025-11-19T13:44:44.706" v="0" actId="47"/>
        <pc:sldMkLst>
          <pc:docMk/>
          <pc:sldMk cId="3573492169" sldId="827"/>
        </pc:sldMkLst>
      </pc:sldChg>
      <pc:sldMasterChg chg="delSldLayout">
        <pc:chgData name="Beckerle, Mike" userId="41155a9a-513c-4288-9ceb-5c90f574ab21" providerId="ADAL" clId="{93EA92E5-423E-4026-A29C-DC3240D7B59D}" dt="2025-11-19T13:44:44.706" v="0" actId="47"/>
        <pc:sldMasterMkLst>
          <pc:docMk/>
          <pc:sldMasterMk cId="1196855914" sldId="2147483660"/>
        </pc:sldMasterMkLst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2499323582" sldId="2147483661"/>
          </pc:sldLayoutMkLst>
        </pc:sldLayoutChg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2121903207" sldId="2147483667"/>
          </pc:sldLayoutMkLst>
        </pc:sldLayoutChg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4167206000" sldId="2147483669"/>
          </pc:sldLayoutMkLst>
        </pc:sldLayoutChg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1362180090" sldId="2147483670"/>
          </pc:sldLayoutMkLst>
        </pc:sldLayoutChg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1665797064" sldId="2147483673"/>
          </pc:sldLayoutMkLst>
        </pc:sldLayoutChg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2335916673" sldId="2147483674"/>
          </pc:sldLayoutMkLst>
        </pc:sldLayoutChg>
        <pc:sldLayoutChg chg="del">
          <pc:chgData name="Beckerle, Mike" userId="41155a9a-513c-4288-9ceb-5c90f574ab21" providerId="ADAL" clId="{93EA92E5-423E-4026-A29C-DC3240D7B59D}" dt="2025-11-19T13:44:44.706" v="0" actId="47"/>
          <pc:sldLayoutMkLst>
            <pc:docMk/>
            <pc:sldMasterMk cId="1196855914" sldId="2147483660"/>
            <pc:sldLayoutMk cId="204992284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11/19/2025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5328B-E01F-BF4C-B1B0-BF337475A5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74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841" y="3510982"/>
            <a:ext cx="11024443" cy="1362075"/>
          </a:xfrm>
        </p:spPr>
        <p:txBody>
          <a:bodyPr anchor="t"/>
          <a:lstStyle>
            <a:lvl1pPr algn="l">
              <a:defRPr sz="4400" b="1" cap="none" baseline="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841" y="1861475"/>
            <a:ext cx="11024443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2B43C3D-016E-5389-7E03-7293EAD36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4704" y="6363123"/>
            <a:ext cx="540234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083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57189" indent="-457189">
              <a:buFont typeface="Wingdings" panose="05000000000000000000" pitchFamily="2" charset="2"/>
              <a:buChar char="§"/>
              <a:defRPr sz="3733">
                <a:solidFill>
                  <a:schemeClr val="tx2"/>
                </a:solidFill>
                <a:latin typeface="+mj-lt"/>
              </a:defRPr>
            </a:lvl1pPr>
            <a:lvl2pPr marL="990575" indent="-380990">
              <a:buFont typeface="Arial" panose="020B0604020202020204" pitchFamily="34" charset="0"/>
              <a:buChar char="•"/>
              <a:defRPr sz="3200">
                <a:solidFill>
                  <a:schemeClr val="accent6">
                    <a:lumMod val="75000"/>
                  </a:schemeClr>
                </a:solidFill>
                <a:latin typeface="+mj-lt"/>
              </a:defRPr>
            </a:lvl2pPr>
            <a:lvl3pPr marL="1523962" indent="-304792">
              <a:buFont typeface="Wingdings" panose="05000000000000000000" pitchFamily="2" charset="2"/>
              <a:buChar char="§"/>
              <a:defRPr sz="2667">
                <a:solidFill>
                  <a:schemeClr val="accent1">
                    <a:lumMod val="50000"/>
                  </a:schemeClr>
                </a:solidFill>
                <a:latin typeface="+mj-lt"/>
              </a:defRPr>
            </a:lvl3pPr>
            <a:lvl4pPr>
              <a:defRPr sz="2400">
                <a:solidFill>
                  <a:schemeClr val="accent2"/>
                </a:solidFill>
                <a:latin typeface="+mj-lt"/>
              </a:defRPr>
            </a:lvl4pPr>
            <a:lvl5pPr>
              <a:defRPr sz="2133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91A1CF5-98D0-4A9C-B65D-129B98756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3" y="162289"/>
            <a:ext cx="11732313" cy="563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BD975AF-DE76-8633-79A2-2CEC8A1BF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4704" y="6363123"/>
            <a:ext cx="540234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19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4DFD781-4AB8-73B9-F713-FE43379C3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4704" y="6363123"/>
            <a:ext cx="540234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850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pache.org/licenses/LICENSE-2.0" TargetMode="Externa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8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038F9-877F-E570-85DA-F8CEC224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XML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3981153-F55C-DF37-EBE7-FC6129114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XML as a Data Language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E5C7E3-A278-DE42-A5DF-4BF1F774C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813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86DD7F3-D5C5-64C4-986C-CB8E9AD72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60" y="1404303"/>
            <a:ext cx="11819190" cy="4639446"/>
          </a:xfrm>
        </p:spPr>
        <p:txBody>
          <a:bodyPr/>
          <a:lstStyle/>
          <a:p>
            <a:r>
              <a:rPr lang="en-US" dirty="0"/>
              <a:t>originally intended for human authoring/reading</a:t>
            </a:r>
          </a:p>
          <a:p>
            <a:r>
              <a:rPr lang="en-US" dirty="0"/>
              <a:t>textual</a:t>
            </a:r>
          </a:p>
          <a:p>
            <a:r>
              <a:rPr lang="en-US" dirty="0"/>
              <a:t>mostly whitespace </a:t>
            </a:r>
            <a:r>
              <a:rPr lang="en-US" i="1" dirty="0"/>
              <a:t>insensitive</a:t>
            </a:r>
          </a:p>
          <a:p>
            <a:r>
              <a:rPr lang="en-US" dirty="0"/>
              <a:t>copies syntax principles from HTML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A19733-0FBF-4035-0A66-27A0CB33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XML - </a:t>
            </a:r>
            <a:r>
              <a:rPr lang="en-US" dirty="0" err="1"/>
              <a:t>eXtensible</a:t>
            </a:r>
            <a:r>
              <a:rPr lang="en-US" dirty="0"/>
              <a:t> Markup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946E5-BD01-1CC5-3DF9-809D3770B5BE}"/>
              </a:ext>
            </a:extLst>
          </p:cNvPr>
          <p:cNvSpPr txBox="1"/>
          <p:nvPr/>
        </p:nvSpPr>
        <p:spPr>
          <a:xfrm>
            <a:off x="293466" y="4311074"/>
            <a:ext cx="118985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elementName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childName1="attribute value text"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childName2="more attribute value text"&gt;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value text &lt;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subElementName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&gt;sub element value&lt;/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subElementName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more element value text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elementName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38767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86DD7F3-D5C5-64C4-986C-CB8E9AD72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60" y="1404303"/>
            <a:ext cx="11732312" cy="4639446"/>
          </a:xfrm>
        </p:spPr>
        <p:txBody>
          <a:bodyPr/>
          <a:lstStyle/>
          <a:p>
            <a:r>
              <a:rPr lang="en-US" dirty="0"/>
              <a:t>WWW Consortium (w3c) standard </a:t>
            </a:r>
          </a:p>
          <a:p>
            <a:pPr lvl="1"/>
            <a:r>
              <a:rPr lang="en-US" dirty="0"/>
              <a:t>Versions 1.0 and 1.1 exist. </a:t>
            </a:r>
          </a:p>
          <a:p>
            <a:pPr lvl="1"/>
            <a:r>
              <a:rPr lang="en-US" dirty="0"/>
              <a:t>Almost all usage is version 1.0</a:t>
            </a:r>
          </a:p>
          <a:p>
            <a:r>
              <a:rPr lang="en-US" dirty="0"/>
              <a:t>Designed to handle large and complex </a:t>
            </a:r>
            <a:r>
              <a:rPr lang="en-US" i="1" dirty="0"/>
              <a:t>documents</a:t>
            </a:r>
          </a:p>
          <a:p>
            <a:pPr lvl="1"/>
            <a:r>
              <a:rPr lang="en-US" dirty="0"/>
              <a:t>namespaces to handle naming conflicts</a:t>
            </a:r>
          </a:p>
          <a:p>
            <a:pPr lvl="1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A19733-0FBF-4035-0A66-27A0CB33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XML - </a:t>
            </a:r>
            <a:r>
              <a:rPr lang="en-US" dirty="0" err="1"/>
              <a:t>eXtensible</a:t>
            </a:r>
            <a:r>
              <a:rPr lang="en-US" dirty="0"/>
              <a:t> Markup Language</a:t>
            </a:r>
          </a:p>
        </p:txBody>
      </p:sp>
    </p:spTree>
    <p:extLst>
      <p:ext uri="{BB962C8B-B14F-4D97-AF65-F5344CB8AC3E}">
        <p14:creationId xmlns:p14="http://schemas.microsoft.com/office/powerpoint/2010/main" val="739616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86DD7F3-D5C5-64C4-986C-CB8E9AD72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456565" indent="-456565"/>
            <a:r>
              <a:rPr lang="en-US" dirty="0"/>
              <a:t>Reasons people love XML</a:t>
            </a:r>
            <a:endParaRPr lang="en-US"/>
          </a:p>
          <a:p>
            <a:pPr marL="989965" lvl="1" indent="-380365"/>
            <a:r>
              <a:rPr lang="en-US" dirty="0"/>
              <a:t>Standard, robust, versioned, familiar (to those who have seen HTML)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Textual - with standard way to specify charset encoding</a:t>
            </a:r>
            <a:endParaRPr lang="en-US" dirty="0">
              <a:ea typeface="Noto Sans"/>
            </a:endParaRPr>
          </a:p>
          <a:p>
            <a:pPr marL="1523365" lvl="2" indent="-304165"/>
            <a:r>
              <a:rPr lang="en-US" dirty="0"/>
              <a:t>Standard file preamble/first-line - optional but recommended</a:t>
            </a:r>
            <a:endParaRPr lang="en-US" dirty="0">
              <a:ea typeface="Noto Sans"/>
            </a:endParaRPr>
          </a:p>
          <a:p>
            <a:pPr marL="1523365" lvl="2" indent="-304165"/>
            <a:r>
              <a:rPr lang="en-US" dirty="0"/>
              <a:t>&lt;?xml version="1.0" encoding="utf-8"?&gt;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Has a robust schema language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Precise specification of syntax and infoset (data model), excellent interoperability</a:t>
            </a:r>
            <a:endParaRPr lang="en-US" dirty="0">
              <a:ea typeface="Noto Sans"/>
            </a:endParaRPr>
          </a:p>
          <a:p>
            <a:pPr marL="989965" lvl="1" indent="-380365"/>
            <a:endParaRPr lang="en-US" dirty="0">
              <a:ea typeface="Noto Sans"/>
            </a:endParaRPr>
          </a:p>
          <a:p>
            <a:pPr marL="456565" indent="-456565"/>
            <a:r>
              <a:rPr lang="en-US" dirty="0"/>
              <a:t>Reasons people hate XML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inefficient, verbose as a data language</a:t>
            </a:r>
            <a:endParaRPr lang="en-US" dirty="0">
              <a:ea typeface="Noto Sans"/>
            </a:endParaRPr>
          </a:p>
          <a:p>
            <a:pPr marL="1523365" lvl="2" indent="-304165"/>
            <a:r>
              <a:rPr lang="en-US" dirty="0"/>
              <a:t>ex: no real </a:t>
            </a:r>
            <a:r>
              <a:rPr lang="en-US" i="1" dirty="0"/>
              <a:t>arrays</a:t>
            </a:r>
            <a:r>
              <a:rPr lang="en-US" dirty="0"/>
              <a:t>, just repeating elements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two kinds of child nodes (element children, attribute children)</a:t>
            </a:r>
            <a:endParaRPr lang="en-US" dirty="0">
              <a:ea typeface="Noto Sans"/>
            </a:endParaRPr>
          </a:p>
          <a:p>
            <a:pPr marL="1523365" lvl="2" indent="-304165"/>
            <a:r>
              <a:rPr lang="en-US" dirty="0"/>
              <a:t>they can have the same name - two different child namespaces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namespace mechanism </a:t>
            </a:r>
            <a:r>
              <a:rPr lang="en-US" i="1" dirty="0"/>
              <a:t>seems</a:t>
            </a:r>
            <a:r>
              <a:rPr lang="en-US" dirty="0"/>
              <a:t> too complex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whitespace problems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text character restrictions</a:t>
            </a:r>
            <a:endParaRPr lang="en-US" dirty="0">
              <a:ea typeface="Noto Sans"/>
            </a:endParaRPr>
          </a:p>
          <a:p>
            <a:pPr marL="989965" lvl="1" indent="-380365"/>
            <a:endParaRPr lang="en-US" dirty="0">
              <a:ea typeface="Noto San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A19733-0FBF-4035-0A66-27A0CB33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XML - Love it/Hate it</a:t>
            </a:r>
          </a:p>
        </p:txBody>
      </p:sp>
    </p:spTree>
    <p:extLst>
      <p:ext uri="{BB962C8B-B14F-4D97-AF65-F5344CB8AC3E}">
        <p14:creationId xmlns:p14="http://schemas.microsoft.com/office/powerpoint/2010/main" val="1070422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8F998-7E79-40A5-A0C2-CB8B33B3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- Whitespace Mostly Insignificant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2D8E40-62AC-A6E9-4A6E-A7790B61F6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066800"/>
            <a:ext cx="11604625" cy="510540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&lt;title kind="draft 1"&gt;iso lorem txt facto&lt;/title&gt;</a:t>
            </a:r>
          </a:p>
          <a:p>
            <a:pPr marL="0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&lt;title kind="draft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1"&gt;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iso lorem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txt facto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&lt;/title&gt;</a:t>
            </a:r>
          </a:p>
          <a:p>
            <a:pPr marL="456565" indent="-456565"/>
            <a:endParaRPr lang="en-US" dirty="0">
              <a:ea typeface="Noto Sans"/>
            </a:endParaRPr>
          </a:p>
          <a:p>
            <a:pPr marL="456565" indent="-456565"/>
            <a:r>
              <a:rPr lang="en-US" dirty="0"/>
              <a:t>Order of multiple attributes is not significant</a:t>
            </a:r>
            <a:endParaRPr lang="en-US" dirty="0">
              <a:ea typeface="Noto Sans"/>
            </a:endParaRPr>
          </a:p>
          <a:p>
            <a:pPr marL="456565" indent="-456565"/>
            <a:r>
              <a:rPr lang="en-US" dirty="0"/>
              <a:t>Whitespace (other than single spaces) is </a:t>
            </a:r>
            <a:r>
              <a:rPr lang="en-US" i="1" dirty="0"/>
              <a:t>normally</a:t>
            </a:r>
            <a:r>
              <a:rPr lang="en-US" dirty="0"/>
              <a:t> not significant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For attributes: gets collapsed to single spaces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XML tools will often wrap or unwrap lines</a:t>
            </a:r>
            <a:endParaRPr lang="en-US" dirty="0">
              <a:ea typeface="Noto Sans"/>
            </a:endParaRPr>
          </a:p>
          <a:p>
            <a:pPr marL="456565" indent="-456565"/>
            <a:r>
              <a:rPr lang="en-US" sz="3700" dirty="0">
                <a:solidFill>
                  <a:srgbClr val="22228B"/>
                </a:solidFill>
                <a:ea typeface="Noto Sans"/>
              </a:rPr>
              <a:t>XML loading converts all CRLF and isolated CR to LF</a:t>
            </a:r>
            <a:endParaRPr lang="en-US" sz="3700" dirty="0">
              <a:ea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822403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8F998-7E79-40A5-A0C2-CB8B33B3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- Prefixes, Qualified Names (</a:t>
            </a:r>
            <a:r>
              <a:rPr lang="en-US" dirty="0" err="1"/>
              <a:t>QName</a:t>
            </a:r>
            <a:r>
              <a:rPr lang="en-US" dirty="0"/>
              <a:t>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2D8E40-62AC-A6E9-4A6E-A7790B61F6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07491" y="1089991"/>
            <a:ext cx="7234721" cy="5105400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ex:myEnclosingElement</a:t>
            </a: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xmlns:ex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="http://example.com"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xmlns:pre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="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urn:foo.com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/data1"&gt;</a:t>
            </a:r>
          </a:p>
          <a:p>
            <a:pPr marL="0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...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pre:myTextItem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ex:myAttr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="a value"&gt;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this text is the element content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pre:myTextItem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...</a:t>
            </a:r>
          </a:p>
          <a:p>
            <a:pPr marL="609585" lvl="1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ex:myEnclosingElement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endParaRPr lang="en-US" dirty="0"/>
          </a:p>
        </p:txBody>
      </p:sp>
      <p:sp>
        <p:nvSpPr>
          <p:cNvPr id="8" name="Callout: Line with No Border 7">
            <a:extLst>
              <a:ext uri="{FF2B5EF4-FFF2-40B4-BE49-F238E27FC236}">
                <a16:creationId xmlns:a16="http://schemas.microsoft.com/office/drawing/2014/main" id="{EF54A2BC-AEAA-7019-E689-8E2B494B2B20}"/>
              </a:ext>
            </a:extLst>
          </p:cNvPr>
          <p:cNvSpPr/>
          <p:nvPr/>
        </p:nvSpPr>
        <p:spPr>
          <a:xfrm>
            <a:off x="508000" y="2909455"/>
            <a:ext cx="1699491" cy="1265381"/>
          </a:xfrm>
          <a:prstGeom prst="callout1">
            <a:avLst>
              <a:gd name="adj1" fmla="val 19719"/>
              <a:gd name="adj2" fmla="val 100321"/>
              <a:gd name="adj3" fmla="val -20611"/>
              <a:gd name="adj4" fmla="val 12708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1800" dirty="0">
                <a:solidFill>
                  <a:schemeClr val="tx1"/>
                </a:solidFill>
              </a:rPr>
              <a:t> is an XML </a:t>
            </a:r>
            <a:r>
              <a:rPr lang="en-US" sz="1800" i="1" dirty="0">
                <a:solidFill>
                  <a:schemeClr val="tx1"/>
                </a:solidFill>
              </a:rPr>
              <a:t>keyword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allout: Line with No Border 8">
            <a:extLst>
              <a:ext uri="{FF2B5EF4-FFF2-40B4-BE49-F238E27FC236}">
                <a16:creationId xmlns:a16="http://schemas.microsoft.com/office/drawing/2014/main" id="{2EAAF220-3180-7EF3-3CE0-C8E6D949C682}"/>
              </a:ext>
            </a:extLst>
          </p:cNvPr>
          <p:cNvSpPr/>
          <p:nvPr/>
        </p:nvSpPr>
        <p:spPr>
          <a:xfrm>
            <a:off x="9748982" y="2909454"/>
            <a:ext cx="2098461" cy="1745673"/>
          </a:xfrm>
          <a:prstGeom prst="callout1">
            <a:avLst>
              <a:gd name="adj1" fmla="val 18989"/>
              <a:gd name="adj2" fmla="val -2396"/>
              <a:gd name="adj3" fmla="val -15719"/>
              <a:gd name="adj4" fmla="val -13267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These URIs are just unique IDs.</a:t>
            </a:r>
          </a:p>
          <a:p>
            <a:pPr algn="ctr"/>
            <a:endParaRPr lang="en-US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They are never fetched.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9142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8F998-7E79-40A5-A0C2-CB8B33B3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- Default </a:t>
            </a:r>
            <a:r>
              <a:rPr lang="en-US" dirty="0" err="1"/>
              <a:t>Namepace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2D8E40-62AC-A6E9-4A6E-A7790B61F6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75452" y="1090397"/>
            <a:ext cx="7494105" cy="32994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enclosingElement</a:t>
            </a: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xmlns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="http://example.com"&gt;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...</a:t>
            </a:r>
          </a:p>
          <a:p>
            <a:pPr marL="609585" lvl="1" indent="0">
              <a:buNone/>
            </a:pPr>
            <a:r>
              <a:rPr lang="en-US" sz="3800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&lt;foo&gt;&lt;bar&gt;6.847&lt;/bar&gt;&lt;/foo&gt;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...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enclosingElement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endParaRPr lang="en-US" dirty="0"/>
          </a:p>
        </p:txBody>
      </p:sp>
      <p:sp>
        <p:nvSpPr>
          <p:cNvPr id="3" name="Callout: Line with No Border 2">
            <a:extLst>
              <a:ext uri="{FF2B5EF4-FFF2-40B4-BE49-F238E27FC236}">
                <a16:creationId xmlns:a16="http://schemas.microsoft.com/office/drawing/2014/main" id="{C1CD0F89-6C39-66F2-A625-5EEA29B5D1C1}"/>
              </a:ext>
            </a:extLst>
          </p:cNvPr>
          <p:cNvSpPr/>
          <p:nvPr/>
        </p:nvSpPr>
        <p:spPr>
          <a:xfrm>
            <a:off x="306901" y="4117855"/>
            <a:ext cx="4442691" cy="2096503"/>
          </a:xfrm>
          <a:prstGeom prst="callout1">
            <a:avLst>
              <a:gd name="adj1" fmla="val -2546"/>
              <a:gd name="adj2" fmla="val 10451"/>
              <a:gd name="adj3" fmla="val -117486"/>
              <a:gd name="adj4" fmla="val 3916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1800" dirty="0">
                <a:solidFill>
                  <a:schemeClr val="tx1"/>
                </a:solidFill>
              </a:rPr>
              <a:t> with no prefix defines the default namespace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This element and enclosed elements with no prefix are in the default namespace.</a:t>
            </a:r>
          </a:p>
        </p:txBody>
      </p:sp>
      <p:sp>
        <p:nvSpPr>
          <p:cNvPr id="8" name="Callout: Line with No Border 7">
            <a:extLst>
              <a:ext uri="{FF2B5EF4-FFF2-40B4-BE49-F238E27FC236}">
                <a16:creationId xmlns:a16="http://schemas.microsoft.com/office/drawing/2014/main" id="{2FF5A9A8-CC93-C02E-92FE-B5951B7CAB7C}"/>
              </a:ext>
            </a:extLst>
          </p:cNvPr>
          <p:cNvSpPr/>
          <p:nvPr/>
        </p:nvSpPr>
        <p:spPr>
          <a:xfrm>
            <a:off x="8855765" y="4349981"/>
            <a:ext cx="2948609" cy="1146358"/>
          </a:xfrm>
          <a:prstGeom prst="callout1">
            <a:avLst>
              <a:gd name="adj1" fmla="val -4546"/>
              <a:gd name="adj2" fmla="val 37879"/>
              <a:gd name="adj3" fmla="val -187754"/>
              <a:gd name="adj4" fmla="val -934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  <a:cs typeface="Courier New" panose="02070309020205020404" pitchFamily="49" charset="0"/>
              </a:rPr>
              <a:t>http://example.com is a reserved URI for examples in XML. 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59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8F998-7E79-40A5-A0C2-CB8B33B3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- No </a:t>
            </a:r>
            <a:r>
              <a:rPr lang="en-US" dirty="0" err="1"/>
              <a:t>Namepace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2D8E40-62AC-A6E9-4A6E-A7790B61F6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066800"/>
            <a:ext cx="7145267" cy="3972339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enclosingElement</a:t>
            </a: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xmlns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=""&gt;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...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&lt;foo&gt;&lt;bar&gt;6.847&lt;/bar&gt;&lt;/foo&gt;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...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enclosingElement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endParaRPr lang="en-US" dirty="0"/>
          </a:p>
        </p:txBody>
      </p:sp>
      <p:sp>
        <p:nvSpPr>
          <p:cNvPr id="3" name="Callout: Line with No Border 2">
            <a:extLst>
              <a:ext uri="{FF2B5EF4-FFF2-40B4-BE49-F238E27FC236}">
                <a16:creationId xmlns:a16="http://schemas.microsoft.com/office/drawing/2014/main" id="{C1CD0F89-6C39-66F2-A625-5EEA29B5D1C1}"/>
              </a:ext>
            </a:extLst>
          </p:cNvPr>
          <p:cNvSpPr/>
          <p:nvPr/>
        </p:nvSpPr>
        <p:spPr>
          <a:xfrm>
            <a:off x="7480350" y="2872120"/>
            <a:ext cx="4442691" cy="2455109"/>
          </a:xfrm>
          <a:prstGeom prst="callout1">
            <a:avLst>
              <a:gd name="adj1" fmla="val 18750"/>
              <a:gd name="adj2" fmla="val -8333"/>
              <a:gd name="adj3" fmla="val -5235"/>
              <a:gd name="adj4" fmla="val -9897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Or you can explicitly shut off </a:t>
            </a:r>
            <a:r>
              <a:rPr 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default namespace</a:t>
            </a:r>
          </a:p>
          <a:p>
            <a:endParaRPr lang="en-US" sz="1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1800" dirty="0">
                <a:solidFill>
                  <a:schemeClr val="tx1"/>
                </a:solidFill>
              </a:rPr>
              <a:t> with no prefix AND no URL removes the default namespace</a:t>
            </a: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Contained elements with no prefix have no namespace </a:t>
            </a:r>
          </a:p>
        </p:txBody>
      </p:sp>
      <p:sp>
        <p:nvSpPr>
          <p:cNvPr id="8" name="Callout: Line with No Border 7">
            <a:extLst>
              <a:ext uri="{FF2B5EF4-FFF2-40B4-BE49-F238E27FC236}">
                <a16:creationId xmlns:a16="http://schemas.microsoft.com/office/drawing/2014/main" id="{FE182C23-2404-4FF3-7FB7-15E7CD74FCE9}"/>
              </a:ext>
            </a:extLst>
          </p:cNvPr>
          <p:cNvSpPr/>
          <p:nvPr/>
        </p:nvSpPr>
        <p:spPr>
          <a:xfrm>
            <a:off x="7361080" y="778710"/>
            <a:ext cx="4442691" cy="1017394"/>
          </a:xfrm>
          <a:prstGeom prst="callout1">
            <a:avLst>
              <a:gd name="adj1" fmla="val 18750"/>
              <a:gd name="adj2" fmla="val -8333"/>
              <a:gd name="adj3" fmla="val 86643"/>
              <a:gd name="adj4" fmla="val -79304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In XML data with no </a:t>
            </a:r>
            <a:r>
              <a:rPr lang="en-US" sz="18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xmlns</a:t>
            </a:r>
            <a:r>
              <a:rPr lang="en-US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attributes the elements have </a:t>
            </a:r>
            <a:r>
              <a:rPr lang="en-US" sz="1800" i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no namespace</a:t>
            </a:r>
            <a:endParaRPr lang="en-US" sz="1800" i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6910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8F998-7E79-40A5-A0C2-CB8B33B3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- Quoting, Character Entities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2D8E40-62AC-A6E9-4A6E-A7790B61F6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864704"/>
            <a:ext cx="11604625" cy="599329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elementName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attributeName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=</a:t>
            </a:r>
            <a:r>
              <a:rPr lang="en-US" dirty="0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'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a </a:t>
            </a:r>
            <a:r>
              <a:rPr lang="en-US" dirty="0">
                <a:highlight>
                  <a:srgbClr val="C0C0C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"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value</a:t>
            </a:r>
            <a:r>
              <a:rPr lang="en-US" dirty="0">
                <a:highlight>
                  <a:srgbClr val="C0C0C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"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with quotes</a:t>
            </a:r>
            <a:r>
              <a:rPr lang="en-US" dirty="0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'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... element content ...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elementName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elementName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attributeName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=</a:t>
            </a:r>
            <a:r>
              <a:rPr lang="en-US" dirty="0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"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a &amp;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quot;value&amp;quot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; with quotes</a:t>
            </a:r>
            <a:r>
              <a:rPr lang="en-US" dirty="0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"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... element content ...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elementName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endParaRPr lang="en-US" dirty="0"/>
          </a:p>
          <a:p>
            <a:r>
              <a:rPr lang="en-US" dirty="0"/>
              <a:t>&amp;</a:t>
            </a:r>
            <a:r>
              <a:rPr lang="en-US" dirty="0" err="1"/>
              <a:t>quot</a:t>
            </a:r>
            <a:r>
              <a:rPr lang="en-US" dirty="0"/>
              <a:t>; "</a:t>
            </a:r>
          </a:p>
          <a:p>
            <a:r>
              <a:rPr lang="en-US" dirty="0"/>
              <a:t>&amp;apos; </a:t>
            </a:r>
            <a:r>
              <a:rPr lang="en-US" dirty="0">
                <a:highlight>
                  <a:srgbClr val="FFFF00"/>
                </a:highlight>
              </a:rPr>
              <a:t>'</a:t>
            </a:r>
          </a:p>
          <a:p>
            <a:r>
              <a:rPr lang="en-US" dirty="0"/>
              <a:t>&amp;amp;  &amp;</a:t>
            </a:r>
          </a:p>
          <a:p>
            <a:r>
              <a:rPr lang="en-US" dirty="0"/>
              <a:t>&amp;</a:t>
            </a:r>
            <a:r>
              <a:rPr lang="en-US" dirty="0" err="1"/>
              <a:t>gt</a:t>
            </a:r>
            <a:r>
              <a:rPr lang="en-US" dirty="0"/>
              <a:t>;   &gt;</a:t>
            </a:r>
          </a:p>
          <a:p>
            <a:r>
              <a:rPr lang="en-US" dirty="0"/>
              <a:t>&amp;</a:t>
            </a:r>
            <a:r>
              <a:rPr lang="en-US" dirty="0" err="1"/>
              <a:t>lt</a:t>
            </a:r>
            <a:r>
              <a:rPr lang="en-US" dirty="0"/>
              <a:t>;   &lt;</a:t>
            </a:r>
          </a:p>
          <a:p>
            <a:r>
              <a:rPr lang="en-US" dirty="0"/>
              <a:t>&amp;#13;  decimal numeric character entity (13 is Carriage Return aka CR)</a:t>
            </a:r>
          </a:p>
          <a:p>
            <a:r>
              <a:rPr lang="en-US" dirty="0"/>
              <a:t>&amp;#x0D; hex numeric character entity (x0d is Carriage Return aka CR)</a:t>
            </a:r>
          </a:p>
          <a:p>
            <a:endParaRPr lang="en-US" dirty="0"/>
          </a:p>
          <a:p>
            <a:r>
              <a:rPr lang="en-US" dirty="0"/>
              <a:t>XML 1.0 does not allow any ASCII control characters (00 to 1F) except TAB, LF, CR</a:t>
            </a:r>
          </a:p>
          <a:p>
            <a:r>
              <a:rPr lang="en-US" dirty="0"/>
              <a:t>XML 1.0 converts CRLF to LF, and CR (alone) to LF.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21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8F998-7E79-40A5-A0C2-CB8B33B3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- Element Quoting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2D8E40-62AC-A6E9-4A6E-A7790B61F6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066799"/>
            <a:ext cx="11604625" cy="5628911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malformedXML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This content uses XML syntax literally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in the element value to &lt;emphasize&gt;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&amp; generally mess with things.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malformedXML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&lt;wellFormed1&gt;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This content uses XML syntax literally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in the element value to </a:t>
            </a:r>
            <a:r>
              <a:rPr lang="en-US" dirty="0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&amp;</a:t>
            </a:r>
            <a:r>
              <a:rPr lang="en-US" dirty="0" err="1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emphasize</a:t>
            </a:r>
            <a:r>
              <a:rPr lang="en-US" dirty="0" err="1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&amp;gt</a:t>
            </a:r>
            <a:r>
              <a:rPr lang="en-US" dirty="0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</a:t>
            </a:r>
            <a:r>
              <a:rPr lang="en-US" dirty="0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&amp;amp;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generally mess with things.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Note the whitespace is not guaranteed to be preserved.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&lt;/wellFormed1&gt;</a:t>
            </a:r>
          </a:p>
          <a:p>
            <a:pPr marL="0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&lt;wellFormed2&gt;</a:t>
            </a:r>
            <a:r>
              <a:rPr lang="en-US" dirty="0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&lt;![CDATA[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This content uses XML syntax literally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in the element value to &lt;emphasize&gt;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&amp; generally mess with things.</a:t>
            </a:r>
          </a:p>
          <a:p>
            <a:pPr marL="0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But now the space, tab, and lines are preserved. Even for pretty printed XML. 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(Except line endings CRLF/CR still become LF)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Character entities cannot be used at all.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]]&gt;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&lt;/wellFormed2&gt;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706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8AF1D-6B13-D720-166C-D145F0136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514" y="817128"/>
            <a:ext cx="11605067" cy="5555097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XML does not round-trip CR</a:t>
            </a:r>
            <a:endParaRPr lang="en-US" sz="1600" dirty="0"/>
          </a:p>
          <a:p>
            <a:pPr marL="533386" lvl="1" indent="0">
              <a:buNone/>
            </a:pPr>
            <a:r>
              <a:rPr lang="en-US" sz="2000" dirty="0"/>
              <a:t>&lt;foo&gt;</a:t>
            </a:r>
            <a:r>
              <a:rPr lang="en-US" sz="2000" dirty="0" err="1"/>
              <a:t>mydata</a:t>
            </a:r>
            <a:r>
              <a:rPr lang="en-US" sz="2000" dirty="0">
                <a:highlight>
                  <a:srgbClr val="FFFF00"/>
                </a:highlight>
              </a:rPr>
              <a:t>&amp;#x0D;</a:t>
            </a:r>
            <a:r>
              <a:rPr lang="en-US" sz="2000" dirty="0"/>
              <a:t>&lt;/foo&gt;</a:t>
            </a:r>
            <a:endParaRPr lang="en-US" sz="1600" dirty="0"/>
          </a:p>
          <a:p>
            <a:r>
              <a:rPr lang="en-US" sz="2000" dirty="0"/>
              <a:t>Read by XML _loader_ you get </a:t>
            </a:r>
          </a:p>
          <a:p>
            <a:pPr lvl="1"/>
            <a:r>
              <a:rPr lang="en-US" sz="1600" dirty="0"/>
              <a:t>an element with a string of length 8 as content</a:t>
            </a:r>
          </a:p>
          <a:p>
            <a:pPr lvl="1"/>
            <a:r>
              <a:rPr lang="en-US" sz="1600" dirty="0"/>
              <a:t>the string contains "</a:t>
            </a:r>
            <a:r>
              <a:rPr lang="en-US" sz="1600" dirty="0" err="1"/>
              <a:t>mydata</a:t>
            </a:r>
            <a:r>
              <a:rPr lang="en-US" sz="1600" dirty="0"/>
              <a:t>" plus a single CR character.</a:t>
            </a:r>
            <a:endParaRPr lang="en-US" sz="2000" dirty="0"/>
          </a:p>
          <a:p>
            <a:r>
              <a:rPr lang="en-US" sz="2000" dirty="0"/>
              <a:t>Write it out with default writer you get in output:</a:t>
            </a:r>
            <a:endParaRPr lang="en-US" sz="1600" dirty="0"/>
          </a:p>
          <a:p>
            <a:pPr marL="533386" lvl="1" indent="0">
              <a:buNone/>
            </a:pPr>
            <a:r>
              <a:rPr lang="en-US" sz="2000" dirty="0"/>
              <a:t>&lt;foo&gt;</a:t>
            </a:r>
            <a:r>
              <a:rPr lang="en-US" sz="2000" dirty="0" err="1"/>
              <a:t>mydata</a:t>
            </a:r>
            <a:r>
              <a:rPr lang="en-US" sz="3600" dirty="0">
                <a:highlight>
                  <a:srgbClr val="FFFF00"/>
                </a:highligh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␍</a:t>
            </a:r>
            <a:r>
              <a:rPr lang="en-US" sz="2000" dirty="0"/>
              <a:t>&lt;/foo&gt;</a:t>
            </a:r>
          </a:p>
          <a:p>
            <a:r>
              <a:rPr lang="en-US" sz="2000" dirty="0"/>
              <a:t>Read by XML again, and you get in memory:</a:t>
            </a:r>
          </a:p>
          <a:p>
            <a:pPr marL="609585" lvl="1" indent="0">
              <a:buNone/>
            </a:pPr>
            <a:r>
              <a:rPr lang="en-US" sz="2000" dirty="0"/>
              <a:t>&lt;foo&gt;</a:t>
            </a:r>
            <a:r>
              <a:rPr lang="en-US" sz="2000" dirty="0" err="1"/>
              <a:t>mydata</a:t>
            </a:r>
            <a:r>
              <a:rPr lang="en-US" sz="3600" dirty="0">
                <a:highlight>
                  <a:srgbClr val="FFFF00"/>
                </a:highligh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␊</a:t>
            </a:r>
            <a:r>
              <a:rPr lang="en-US" sz="2000" dirty="0"/>
              <a:t>&lt;/foo&gt;</a:t>
            </a:r>
          </a:p>
          <a:p>
            <a:r>
              <a:rPr lang="en-US" sz="2000" dirty="0"/>
              <a:t>Because XML converts CRLF </a:t>
            </a:r>
            <a:r>
              <a:rPr lang="en-US" sz="2000" i="1" dirty="0"/>
              <a:t>and isolated CR</a:t>
            </a:r>
            <a:r>
              <a:rPr lang="en-US" sz="2000" dirty="0"/>
              <a:t> to LF !!!</a:t>
            </a:r>
          </a:p>
          <a:p>
            <a:pPr lvl="1"/>
            <a:r>
              <a:rPr lang="en-US" sz="1600" dirty="0"/>
              <a:t>XML wants data to be whitespace insensitive</a:t>
            </a:r>
          </a:p>
          <a:p>
            <a:pPr lvl="1"/>
            <a:r>
              <a:rPr lang="en-US" sz="1600" dirty="0"/>
              <a:t>But REAL data often is very particular about whitespace, control-chars, etc. </a:t>
            </a:r>
            <a:endParaRPr lang="en-US" sz="2000" dirty="0"/>
          </a:p>
          <a:p>
            <a:r>
              <a:rPr lang="en-US" sz="2000" dirty="0"/>
              <a:t>To preserve CR </a:t>
            </a:r>
          </a:p>
          <a:p>
            <a:pPr lvl="1"/>
            <a:r>
              <a:rPr lang="en-US" sz="1600" dirty="0"/>
              <a:t>Special writer always writes out "&amp;#x0D;", but must be aware of quoting context.</a:t>
            </a:r>
          </a:p>
          <a:p>
            <a:pPr lvl="1">
              <a:buSzPct val="120000"/>
              <a:buFont typeface="Wingdings" panose="05000000000000000000" pitchFamily="2" charset="2"/>
              <a:buChar char="ü"/>
            </a:pPr>
            <a:r>
              <a:rPr lang="en-US" sz="1600" dirty="0"/>
              <a:t>Special reader/writer always converts CR to some other character that is preserved. </a:t>
            </a:r>
            <a:endParaRPr lang="en-US" sz="2000" dirty="0"/>
          </a:p>
          <a:p>
            <a:r>
              <a:rPr lang="en-US" sz="2000" dirty="0"/>
              <a:t>Daffodil uses </a:t>
            </a:r>
            <a:r>
              <a:rPr lang="en-US" sz="2000" dirty="0">
                <a:highlight>
                  <a:srgbClr val="FFFF00"/>
                </a:highlight>
              </a:rPr>
              <a:t>0xE00D</a:t>
            </a:r>
            <a:r>
              <a:rPr lang="en-US" sz="2000" dirty="0"/>
              <a:t> in the </a:t>
            </a:r>
            <a:r>
              <a:rPr lang="en-US" sz="2000" i="1" dirty="0"/>
              <a:t>Unicode Public Use Area </a:t>
            </a:r>
            <a:r>
              <a:rPr lang="en-US" sz="2000" dirty="0"/>
              <a:t>(PUA)</a:t>
            </a:r>
          </a:p>
          <a:p>
            <a:pPr lvl="1"/>
            <a:r>
              <a:rPr lang="en-US" sz="1600" dirty="0"/>
              <a:t>See "Daffodil and the DFDL Infoset" at https://daffodil.apache.org/infoset/</a:t>
            </a:r>
          </a:p>
          <a:p>
            <a:pPr marL="609585" lvl="1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F66C7-64E0-0B17-63AF-B19406EF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32386" y="6297071"/>
            <a:ext cx="508000" cy="365125"/>
          </a:xfrm>
        </p:spPr>
        <p:txBody>
          <a:bodyPr/>
          <a:lstStyle/>
          <a:p>
            <a:fld id="{222C6BF1-6423-496B-B3DA-CA30B590FFC3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306B1A-EB5C-63E7-DFFF-9095CC87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XML data and CR (0x0D) line endings</a:t>
            </a:r>
          </a:p>
        </p:txBody>
      </p:sp>
      <p:sp>
        <p:nvSpPr>
          <p:cNvPr id="7" name="Callout: Line with No Border 6">
            <a:extLst>
              <a:ext uri="{FF2B5EF4-FFF2-40B4-BE49-F238E27FC236}">
                <a16:creationId xmlns:a16="http://schemas.microsoft.com/office/drawing/2014/main" id="{0F1CB9EA-3897-4154-DCB5-59FCE8CAC498}"/>
              </a:ext>
            </a:extLst>
          </p:cNvPr>
          <p:cNvSpPr/>
          <p:nvPr/>
        </p:nvSpPr>
        <p:spPr>
          <a:xfrm>
            <a:off x="7432272" y="2461212"/>
            <a:ext cx="4612418" cy="543774"/>
          </a:xfrm>
          <a:prstGeom prst="callout1">
            <a:avLst>
              <a:gd name="adj1" fmla="val 18750"/>
              <a:gd name="adj2" fmla="val -8333"/>
              <a:gd name="adj3" fmla="val 37658"/>
              <a:gd name="adj4" fmla="val -87312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i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 single CR character with code point 0x0D</a:t>
            </a:r>
            <a:endParaRPr lang="en-US" sz="1800" i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Callout: Line with No Border 7">
            <a:extLst>
              <a:ext uri="{FF2B5EF4-FFF2-40B4-BE49-F238E27FC236}">
                <a16:creationId xmlns:a16="http://schemas.microsoft.com/office/drawing/2014/main" id="{7463E43C-4D28-8A22-006B-6361DCDFE3E5}"/>
              </a:ext>
            </a:extLst>
          </p:cNvPr>
          <p:cNvSpPr/>
          <p:nvPr/>
        </p:nvSpPr>
        <p:spPr>
          <a:xfrm>
            <a:off x="7587720" y="1044040"/>
            <a:ext cx="3926618" cy="543774"/>
          </a:xfrm>
          <a:prstGeom prst="callout1">
            <a:avLst>
              <a:gd name="adj1" fmla="val 18750"/>
              <a:gd name="adj2" fmla="val -8333"/>
              <a:gd name="adj3" fmla="val 14186"/>
              <a:gd name="adj4" fmla="val -91686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i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6 characters for the character entity</a:t>
            </a:r>
            <a:endParaRPr lang="en-US" sz="1800" i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Callout: Line with No Border 8">
            <a:extLst>
              <a:ext uri="{FF2B5EF4-FFF2-40B4-BE49-F238E27FC236}">
                <a16:creationId xmlns:a16="http://schemas.microsoft.com/office/drawing/2014/main" id="{F8230AAB-EC1B-DFD8-F287-E67DA360CD21}"/>
              </a:ext>
            </a:extLst>
          </p:cNvPr>
          <p:cNvSpPr/>
          <p:nvPr/>
        </p:nvSpPr>
        <p:spPr>
          <a:xfrm>
            <a:off x="7432272" y="3429000"/>
            <a:ext cx="4612418" cy="543774"/>
          </a:xfrm>
          <a:prstGeom prst="callout1">
            <a:avLst>
              <a:gd name="adj1" fmla="val 18750"/>
              <a:gd name="adj2" fmla="val -8333"/>
              <a:gd name="adj3" fmla="val 11314"/>
              <a:gd name="adj4" fmla="val -86065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i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 single </a:t>
            </a:r>
            <a:r>
              <a:rPr lang="en-US" sz="1800" i="1" u="sng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LF</a:t>
            </a:r>
            <a:r>
              <a:rPr lang="en-US" sz="1800" i="1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character with code point 0x0A</a:t>
            </a:r>
            <a:endParaRPr lang="en-US" sz="1800" i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8796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14462B-28E2-FBBE-4178-E05D9CF0D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XML documents cannot contain NUL. </a:t>
            </a:r>
          </a:p>
          <a:p>
            <a:pPr lvl="1"/>
            <a:r>
              <a:rPr lang="en-US" dirty="0"/>
              <a:t>No way, No how. </a:t>
            </a:r>
          </a:p>
          <a:p>
            <a:pPr lvl="1"/>
            <a:r>
              <a:rPr lang="en-US" dirty="0"/>
              <a:t>Not even as &amp;#x0; </a:t>
            </a:r>
          </a:p>
          <a:p>
            <a:r>
              <a:rPr lang="en-US" dirty="0"/>
              <a:t>Daffodil uses </a:t>
            </a:r>
            <a:r>
              <a:rPr lang="en-US" dirty="0">
                <a:highlight>
                  <a:srgbClr val="FFFF00"/>
                </a:highlight>
              </a:rPr>
              <a:t>0xE000</a:t>
            </a:r>
            <a:r>
              <a:rPr lang="en-US" dirty="0"/>
              <a:t> in the </a:t>
            </a:r>
            <a:r>
              <a:rPr lang="en-US" i="1" dirty="0"/>
              <a:t>Unicode Public Use Area </a:t>
            </a:r>
            <a:r>
              <a:rPr lang="en-US" dirty="0"/>
              <a:t>(PUA)</a:t>
            </a:r>
          </a:p>
          <a:p>
            <a:pPr lvl="1"/>
            <a:r>
              <a:rPr lang="en-US" dirty="0"/>
              <a:t>See "Daffodil and the DFDL Infoset" at https://daffodil.apache.org/infoset/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9065F-5CF1-E88D-04E0-38445688D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C9DA7F-5D8A-A8D6-E498-E39B8EECA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XML data and the NUL character</a:t>
            </a:r>
          </a:p>
        </p:txBody>
      </p:sp>
    </p:spTree>
    <p:extLst>
      <p:ext uri="{BB962C8B-B14F-4D97-AF65-F5344CB8AC3E}">
        <p14:creationId xmlns:p14="http://schemas.microsoft.com/office/powerpoint/2010/main" val="2078117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8F998-7E79-40A5-A0C2-CB8B33B3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XML - Whitespace, Pretty Print and CDATA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BBFA7-E1D3-3EC5-88A0-885EF9F60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4886"/>
            <a:ext cx="11605067" cy="5546036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For XML data to be human accessible, must be pretty-printed (indented)</a:t>
            </a:r>
          </a:p>
          <a:p>
            <a:endParaRPr lang="en-US" dirty="0"/>
          </a:p>
          <a:p>
            <a:r>
              <a:rPr lang="en-US" dirty="0"/>
              <a:t>Beware pretty-printing of XML. </a:t>
            </a:r>
          </a:p>
          <a:p>
            <a:pPr lvl="1"/>
            <a:r>
              <a:rPr lang="en-US" dirty="0"/>
              <a:t>It does not necessarily preserve string data.</a:t>
            </a:r>
          </a:p>
          <a:p>
            <a:r>
              <a:rPr lang="en-US" dirty="0"/>
              <a:t>Consider this string element:</a:t>
            </a:r>
          </a:p>
          <a:p>
            <a:pPr marL="0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callSign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&gt;BB823&lt;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callSign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callSign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   BB823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callSign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callSign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  <a:r>
              <a:rPr lang="en-US" dirty="0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&lt;![CDATA[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BB823</a:t>
            </a:r>
            <a:r>
              <a:rPr lang="en-US" dirty="0">
                <a:highlight>
                  <a:srgbClr val="FFFF00"/>
                </a:highlight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]]&gt;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callSign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r>
              <a:rPr lang="en-US" dirty="0">
                <a:latin typeface="+mn-lt"/>
                <a:ea typeface="Noto Mono" panose="020B0609030804020204" pitchFamily="49" charset="0"/>
                <a:cs typeface="Noto Mono" panose="020B0609030804020204" pitchFamily="49" charset="0"/>
              </a:rPr>
              <a:t>Most (All?) Pretty printers respect CDATA and will not corrupt this. </a:t>
            </a:r>
          </a:p>
          <a:p>
            <a:endParaRPr lang="en-US" dirty="0">
              <a:latin typeface="+mn-lt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r>
              <a:rPr lang="en-US" dirty="0">
                <a:latin typeface="+mn-lt"/>
                <a:ea typeface="Noto Mono" panose="020B0609030804020204" pitchFamily="49" charset="0"/>
                <a:cs typeface="Noto Mono" panose="020B0609030804020204" pitchFamily="49" charset="0"/>
              </a:rPr>
              <a:t>Note: </a:t>
            </a:r>
            <a:r>
              <a:rPr lang="en-US" dirty="0" err="1">
                <a:latin typeface="+mn-lt"/>
                <a:ea typeface="Noto Mono" panose="020B0609030804020204" pitchFamily="49" charset="0"/>
                <a:cs typeface="Noto Mono" panose="020B0609030804020204" pitchFamily="49" charset="0"/>
              </a:rPr>
              <a:t>xml:space</a:t>
            </a:r>
            <a:r>
              <a:rPr lang="en-US" dirty="0">
                <a:latin typeface="+mn-lt"/>
                <a:ea typeface="Noto Mono" panose="020B0609030804020204" pitchFamily="49" charset="0"/>
                <a:cs typeface="Noto Mono" panose="020B0609030804020204" pitchFamily="49" charset="0"/>
              </a:rPr>
              <a:t>='preserve' does </a:t>
            </a:r>
            <a:r>
              <a:rPr lang="en-US" i="1" dirty="0">
                <a:latin typeface="+mn-lt"/>
                <a:ea typeface="Noto Mono" panose="020B0609030804020204" pitchFamily="49" charset="0"/>
                <a:cs typeface="Noto Mono" panose="020B0609030804020204" pitchFamily="49" charset="0"/>
              </a:rPr>
              <a:t>NOT</a:t>
            </a:r>
            <a:r>
              <a:rPr lang="en-US" dirty="0">
                <a:latin typeface="+mn-lt"/>
                <a:ea typeface="Noto Mono" panose="020B0609030804020204" pitchFamily="49" charset="0"/>
                <a:cs typeface="Noto Mono" panose="020B0609030804020204" pitchFamily="49" charset="0"/>
              </a:rPr>
              <a:t> fix this. </a:t>
            </a:r>
          </a:p>
          <a:p>
            <a:pPr marL="0" indent="0">
              <a:buNone/>
            </a:pPr>
            <a:endParaRPr lang="en-US" dirty="0"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0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8" name="Callout: Line with No Border 7">
            <a:extLst>
              <a:ext uri="{FF2B5EF4-FFF2-40B4-BE49-F238E27FC236}">
                <a16:creationId xmlns:a16="http://schemas.microsoft.com/office/drawing/2014/main" id="{9804AB8C-A5F5-6B4C-B8FD-39E59DFA73F8}"/>
              </a:ext>
            </a:extLst>
          </p:cNvPr>
          <p:cNvSpPr/>
          <p:nvPr/>
        </p:nvSpPr>
        <p:spPr>
          <a:xfrm>
            <a:off x="6390862" y="3021496"/>
            <a:ext cx="5164432" cy="543774"/>
          </a:xfrm>
          <a:prstGeom prst="callout1">
            <a:avLst>
              <a:gd name="adj1" fmla="val 55745"/>
              <a:gd name="adj2" fmla="val -365"/>
              <a:gd name="adj3" fmla="val 140234"/>
              <a:gd name="adj4" fmla="val -63384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Pretty print at deep indent level might do this</a:t>
            </a:r>
            <a:endParaRPr lang="en-US" sz="1800" i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7226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AE8B96-3FD7-15F0-211F-600739E56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/>
              <a:t>Requires some effort</a:t>
            </a:r>
            <a:endParaRPr lang="en-US"/>
          </a:p>
          <a:p>
            <a:pPr marL="456565" indent="-456565"/>
            <a:r>
              <a:rPr lang="en-US" sz="3700" dirty="0"/>
              <a:t>Map XML Illegal chars to Unicode Private Use Area (PUA) chars (Especially NUL)</a:t>
            </a:r>
            <a:endParaRPr lang="en-US" sz="3700" dirty="0">
              <a:ea typeface="Noto Sans"/>
            </a:endParaRPr>
          </a:p>
          <a:p>
            <a:pPr marL="456565" indent="-456565"/>
            <a:r>
              <a:rPr lang="en-US" sz="3700" dirty="0"/>
              <a:t>Map CR to Unicode PUA</a:t>
            </a:r>
            <a:endParaRPr lang="en-US" sz="3700" dirty="0">
              <a:ea typeface="Noto Sans"/>
            </a:endParaRPr>
          </a:p>
          <a:p>
            <a:pPr marL="456565" indent="-456565"/>
            <a:r>
              <a:rPr lang="en-US" dirty="0"/>
              <a:t>Pretty printing can cause trouble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CDATA bracketing needed around all </a:t>
            </a:r>
            <a:r>
              <a:rPr lang="en-US" dirty="0" err="1"/>
              <a:t>xs:string</a:t>
            </a:r>
            <a:r>
              <a:rPr lang="en-US" dirty="0"/>
              <a:t> elements</a:t>
            </a:r>
            <a:endParaRPr lang="en-US" dirty="0">
              <a:ea typeface="Noto Sans"/>
            </a:endParaRPr>
          </a:p>
          <a:p>
            <a:pPr marL="989965" lvl="1" indent="-380365"/>
            <a:r>
              <a:rPr lang="en-US" dirty="0"/>
              <a:t>Protects significant whitespace from being harmed</a:t>
            </a:r>
            <a:endParaRPr lang="en-US" dirty="0">
              <a:ea typeface="Noto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10049-E84D-CE79-C60D-CE6BE065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B63970-5ABD-6656-6AF8-E05FB77B4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XML as a Data Language</a:t>
            </a:r>
          </a:p>
        </p:txBody>
      </p:sp>
    </p:spTree>
    <p:extLst>
      <p:ext uri="{BB962C8B-B14F-4D97-AF65-F5344CB8AC3E}">
        <p14:creationId xmlns:p14="http://schemas.microsoft.com/office/powerpoint/2010/main" val="700850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8F998-7E79-40A5-A0C2-CB8B33B3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- Element Content Types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2D8E40-62AC-A6E9-4A6E-A7790B61F6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87997" y="1066800"/>
            <a:ext cx="11904004" cy="5105400"/>
          </a:xfrm>
        </p:spPr>
        <p:txBody>
          <a:bodyPr>
            <a:normAutofit/>
          </a:bodyPr>
          <a:lstStyle/>
          <a:p>
            <a:r>
              <a:rPr lang="en-US" dirty="0"/>
              <a:t>Element with Simple Type Content</a:t>
            </a:r>
          </a:p>
          <a:p>
            <a:endParaRPr lang="en-US" dirty="0"/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courseNum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&gt;6.847&lt;/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courseNum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courseDesc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&gt;Intro to Computer Science&lt;/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courseDesc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Element with Simple Type Content with Attributes</a:t>
            </a:r>
          </a:p>
          <a:p>
            <a:pPr lvl="1"/>
            <a:r>
              <a:rPr lang="en-US" i="1" dirty="0"/>
              <a:t>Not used by DFDL v1.0 </a:t>
            </a:r>
            <a:r>
              <a:rPr lang="en-US" dirty="0"/>
              <a:t>when value is non-empty</a:t>
            </a:r>
          </a:p>
          <a:p>
            <a:endParaRPr lang="en-US" dirty="0"/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courseNum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creditHours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="9"&gt;6.847&lt;/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courseNum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599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2D8E40-62AC-A6E9-4A6E-A7790B61F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1887200" cy="51054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Element with Empty Content</a:t>
            </a:r>
          </a:p>
          <a:p>
            <a:endParaRPr lang="en-US" dirty="0"/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middleName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/&gt; </a:t>
            </a:r>
          </a:p>
          <a:p>
            <a:pPr marL="609585" lvl="1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609585" lvl="1" indent="0">
              <a:buNone/>
            </a:pPr>
            <a:r>
              <a:rPr lang="en-US" dirty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equivalent to </a:t>
            </a:r>
          </a:p>
          <a:p>
            <a:pPr marL="609585" lvl="1" indent="0">
              <a:buNone/>
            </a:pPr>
            <a:endParaRPr lang="en-US" dirty="0">
              <a:solidFill>
                <a:schemeClr val="tx1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middleName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middleName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endParaRPr lang="en-US" dirty="0"/>
          </a:p>
          <a:p>
            <a:r>
              <a:rPr lang="en-US" dirty="0"/>
              <a:t>Element with Empty Content with Attribute</a:t>
            </a:r>
          </a:p>
          <a:p>
            <a:endParaRPr lang="en-US" dirty="0"/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middleName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xsi:nil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='true'/&gt;</a:t>
            </a:r>
          </a:p>
          <a:p>
            <a:endParaRPr lang="en-US" dirty="0"/>
          </a:p>
          <a:p>
            <a:r>
              <a:rPr lang="en-US" dirty="0"/>
              <a:t>This is XML's very clumsy way of expressing 'null' or '</a:t>
            </a:r>
            <a:r>
              <a:rPr lang="en-US" dirty="0" err="1"/>
              <a:t>nilled</a:t>
            </a:r>
            <a:r>
              <a:rPr lang="en-US" dirty="0"/>
              <a:t>' values.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F8F998-7E79-40A5-A0C2-CB8B33B3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XML - Element Content Types</a:t>
            </a:r>
          </a:p>
        </p:txBody>
      </p:sp>
    </p:spTree>
    <p:extLst>
      <p:ext uri="{BB962C8B-B14F-4D97-AF65-F5344CB8AC3E}">
        <p14:creationId xmlns:p14="http://schemas.microsoft.com/office/powerpoint/2010/main" val="3233718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F8F998-7E79-40A5-A0C2-CB8B33B3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- Element Content Types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2D8E40-62AC-A6E9-4A6E-A7790B61F6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066800"/>
            <a:ext cx="11604625" cy="51054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Element with Element-only Complex Type Content</a:t>
            </a:r>
          </a:p>
          <a:p>
            <a:pPr lvl="1"/>
            <a:r>
              <a:rPr lang="en-US" dirty="0"/>
              <a:t>Complex Type in XML means "may contain child elements"</a:t>
            </a:r>
          </a:p>
          <a:p>
            <a:endParaRPr lang="en-US" dirty="0"/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&lt;book&gt;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&lt;title&gt;Plants of the Amazon&lt;/title&gt;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isbn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&gt;1-2345678-90123&lt;/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isbn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&lt;/book&gt;</a:t>
            </a:r>
          </a:p>
          <a:p>
            <a:endParaRPr lang="en-US" dirty="0"/>
          </a:p>
          <a:p>
            <a:r>
              <a:rPr lang="en-US" dirty="0"/>
              <a:t>Element with Mixed Content (for real </a:t>
            </a:r>
            <a:r>
              <a:rPr lang="en-US" dirty="0" err="1"/>
              <a:t>text+markup</a:t>
            </a:r>
            <a:r>
              <a:rPr lang="en-US" dirty="0"/>
              <a:t> cases)</a:t>
            </a:r>
          </a:p>
          <a:p>
            <a:pPr lvl="1"/>
            <a:r>
              <a:rPr lang="en-US" dirty="0"/>
              <a:t>Mixture of text and elements</a:t>
            </a:r>
          </a:p>
          <a:p>
            <a:pPr lvl="1"/>
            <a:r>
              <a:rPr lang="en-US" dirty="0"/>
              <a:t>HTML-like</a:t>
            </a:r>
          </a:p>
          <a:p>
            <a:pPr lvl="1"/>
            <a:r>
              <a:rPr lang="en-US" i="1" dirty="0"/>
              <a:t>Not used by DFDL v1.0</a:t>
            </a:r>
          </a:p>
          <a:p>
            <a:endParaRPr lang="en-US" dirty="0"/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bookReview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As entertaining as the tome &lt;title&gt;Plants of the Amazon&lt;/title&gt;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is, I found it full of errors. You can find this book using its	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isbn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&gt;1-2345678-90123&lt;/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isbn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 at your favorite online bookstore.</a:t>
            </a:r>
          </a:p>
          <a:p>
            <a:pPr marL="609585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bookReview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548615"/>
      </p:ext>
    </p:extLst>
  </p:cSld>
  <p:clrMapOvr>
    <a:masterClrMapping/>
  </p:clrMapOvr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wl Tresys" id="{5628A80A-85BC-4261-8BF5-2FD5C09A75A8}" vid="{34F95941-C63D-4D52-BA26-B5C9967116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10559</TotalTime>
  <Words>1454</Words>
  <Application>Microsoft Office PowerPoint</Application>
  <PresentationFormat>Widescreen</PresentationFormat>
  <Paragraphs>245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Noto Sans</vt:lpstr>
      <vt:lpstr>Courier New</vt:lpstr>
      <vt:lpstr>Noto Mono</vt:lpstr>
      <vt:lpstr>Wingdings</vt:lpstr>
      <vt:lpstr>Arial Unicode MS</vt:lpstr>
      <vt:lpstr>Arial</vt:lpstr>
      <vt:lpstr>Owl Tresys</vt:lpstr>
      <vt:lpstr>Introduction To XML </vt:lpstr>
      <vt:lpstr>XML - eXtensible Markup Language</vt:lpstr>
      <vt:lpstr>XML - eXtensible Markup Language</vt:lpstr>
      <vt:lpstr>XML - Love it/Hate it</vt:lpstr>
      <vt:lpstr>XML - Whitespace Mostly Insignificant</vt:lpstr>
      <vt:lpstr>XML - Prefixes, Qualified Names (QName)</vt:lpstr>
      <vt:lpstr>XML - Default Namepace</vt:lpstr>
      <vt:lpstr>XML - No Namepace</vt:lpstr>
      <vt:lpstr>XML - Quoting, Character Entities</vt:lpstr>
      <vt:lpstr>XML - Element Quoting</vt:lpstr>
      <vt:lpstr>XML data and CR (0x0D) line endings</vt:lpstr>
      <vt:lpstr>XML data and the NUL character</vt:lpstr>
      <vt:lpstr>XML - Whitespace, Pretty Print and CDATA</vt:lpstr>
      <vt:lpstr>XML as a Data Language</vt:lpstr>
      <vt:lpstr>XML - Element Content Types</vt:lpstr>
      <vt:lpstr>XML - Element Content Types</vt:lpstr>
      <vt:lpstr>XML - Element Content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Balzano</dc:creator>
  <cp:lastModifiedBy>Beckerle, Mike</cp:lastModifiedBy>
  <cp:revision>149</cp:revision>
  <dcterms:created xsi:type="dcterms:W3CDTF">2019-10-10T15:49:00Z</dcterms:created>
  <dcterms:modified xsi:type="dcterms:W3CDTF">2025-11-19T13:55:00Z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